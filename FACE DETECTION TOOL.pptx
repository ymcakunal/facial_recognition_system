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embeddedFontLst>
    <p:embeddedFont>
      <p:font typeface="Merriweather" panose="020F0502020204030204" pitchFamily="2" charset="0"/>
      <p:regular r:id="rId19"/>
      <p:bold r:id="rId20"/>
      <p:italic r:id="rId21"/>
      <p:boldItalic r:id="rId22"/>
    </p:embeddedFont>
    <p:embeddedFont>
      <p:font typeface="Roboto" panose="02000000000000000000"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7" d="100"/>
          <a:sy n="107" d="100"/>
        </p:scale>
        <p:origin x="754"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910102a3ae_0_1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910102a3ae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g2910102a3ae_0_2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g2910102a3ae_0_2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g2910102a3ae_0_2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 name="Google Shape;80;g2910102a3ae_0_2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2910102a3ae_0_18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2910102a3ae_0_1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2910102a3ae_0_1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2910102a3ae_0_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2910102a3ae_0_20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2910102a3ae_0_2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910102a3ae_0_2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910102a3ae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
        <p:cNvGrpSpPr/>
        <p:nvPr/>
      </p:nvGrpSpPr>
      <p:grpSpPr>
        <a:xfrm>
          <a:off x="0" y="0"/>
          <a:ext cx="0" cy="0"/>
          <a:chOff x="0" y="0"/>
          <a:chExt cx="0" cy="0"/>
        </a:xfrm>
      </p:grpSpPr>
      <p:sp>
        <p:nvSpPr>
          <p:cNvPr id="110" name="Google Shape;110;g2910102a3ae_0_21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1" name="Google Shape;111;g2910102a3ae_0_2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5"/>
        <p:cNvGrpSpPr/>
        <p:nvPr/>
      </p:nvGrpSpPr>
      <p:grpSpPr>
        <a:xfrm>
          <a:off x="0" y="0"/>
          <a:ext cx="0" cy="0"/>
          <a:chOff x="0" y="0"/>
          <a:chExt cx="0" cy="0"/>
        </a:xfrm>
      </p:grpSpPr>
      <p:sp>
        <p:nvSpPr>
          <p:cNvPr id="116" name="Google Shape;116;g2910102a3ae_0_2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7" name="Google Shape;117;g2910102a3ae_0_2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2910102a3ae_0_2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2910102a3ae_0_2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2910102a3ae_0_23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2910102a3ae_0_2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910102a3ae_0_24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910102a3ae_0_2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2910102a3ae_0_24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1" name="Google Shape;141;g2910102a3ae_0_2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2910102a3ae_0_25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2910102a3ae_0_2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2910102a3ae_0_2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2910102a3ae_0_2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dk1"/>
        </a:solidFill>
        <a:effectLst/>
      </p:bgPr>
    </p:bg>
    <p:spTree>
      <p:nvGrpSpPr>
        <p:cNvPr id="1" name="Shape 9"/>
        <p:cNvGrpSpPr/>
        <p:nvPr/>
      </p:nvGrpSpPr>
      <p:grpSpPr>
        <a:xfrm>
          <a:off x="0" y="0"/>
          <a:ext cx="0" cy="0"/>
          <a:chOff x="0" y="0"/>
          <a:chExt cx="0" cy="0"/>
        </a:xfrm>
      </p:grpSpPr>
      <p:sp>
        <p:nvSpPr>
          <p:cNvPr id="10" name="Google Shape;10;p2"/>
          <p:cNvSpPr/>
          <p:nvPr/>
        </p:nvSpPr>
        <p:spPr>
          <a:xfrm>
            <a:off x="-125"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1" name="Google Shape;11;p2"/>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2" name="Google Shape;12;p2"/>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lt2"/>
              </a:buClr>
              <a:buSzPts val="1600"/>
              <a:buNone/>
              <a:defRPr sz="1600">
                <a:solidFill>
                  <a:schemeClr val="lt2"/>
                </a:solidFill>
              </a:defRPr>
            </a:lvl1pPr>
            <a:lvl2pPr lvl="1">
              <a:lnSpc>
                <a:spcPct val="100000"/>
              </a:lnSpc>
              <a:spcBef>
                <a:spcPts val="0"/>
              </a:spcBef>
              <a:spcAft>
                <a:spcPts val="0"/>
              </a:spcAft>
              <a:buClr>
                <a:schemeClr val="lt2"/>
              </a:buClr>
              <a:buSzPts val="1600"/>
              <a:buNone/>
              <a:defRPr sz="1600">
                <a:solidFill>
                  <a:schemeClr val="lt2"/>
                </a:solidFill>
              </a:defRPr>
            </a:lvl2pPr>
            <a:lvl3pPr lvl="2">
              <a:lnSpc>
                <a:spcPct val="100000"/>
              </a:lnSpc>
              <a:spcBef>
                <a:spcPts val="0"/>
              </a:spcBef>
              <a:spcAft>
                <a:spcPts val="0"/>
              </a:spcAft>
              <a:buClr>
                <a:schemeClr val="lt2"/>
              </a:buClr>
              <a:buSzPts val="1600"/>
              <a:buNone/>
              <a:defRPr sz="1600">
                <a:solidFill>
                  <a:schemeClr val="lt2"/>
                </a:solidFill>
              </a:defRPr>
            </a:lvl3pPr>
            <a:lvl4pPr lvl="3">
              <a:lnSpc>
                <a:spcPct val="100000"/>
              </a:lnSpc>
              <a:spcBef>
                <a:spcPts val="0"/>
              </a:spcBef>
              <a:spcAft>
                <a:spcPts val="0"/>
              </a:spcAft>
              <a:buClr>
                <a:schemeClr val="lt2"/>
              </a:buClr>
              <a:buSzPts val="1600"/>
              <a:buNone/>
              <a:defRPr sz="1600">
                <a:solidFill>
                  <a:schemeClr val="lt2"/>
                </a:solidFill>
              </a:defRPr>
            </a:lvl4pPr>
            <a:lvl5pPr lvl="4">
              <a:lnSpc>
                <a:spcPct val="100000"/>
              </a:lnSpc>
              <a:spcBef>
                <a:spcPts val="0"/>
              </a:spcBef>
              <a:spcAft>
                <a:spcPts val="0"/>
              </a:spcAft>
              <a:buClr>
                <a:schemeClr val="lt2"/>
              </a:buClr>
              <a:buSzPts val="1600"/>
              <a:buNone/>
              <a:defRPr sz="1600">
                <a:solidFill>
                  <a:schemeClr val="lt2"/>
                </a:solidFill>
              </a:defRPr>
            </a:lvl5pPr>
            <a:lvl6pPr lvl="5">
              <a:lnSpc>
                <a:spcPct val="100000"/>
              </a:lnSpc>
              <a:spcBef>
                <a:spcPts val="0"/>
              </a:spcBef>
              <a:spcAft>
                <a:spcPts val="0"/>
              </a:spcAft>
              <a:buClr>
                <a:schemeClr val="lt2"/>
              </a:buClr>
              <a:buSzPts val="1600"/>
              <a:buNone/>
              <a:defRPr sz="1600">
                <a:solidFill>
                  <a:schemeClr val="lt2"/>
                </a:solidFill>
              </a:defRPr>
            </a:lvl6pPr>
            <a:lvl7pPr lvl="6">
              <a:lnSpc>
                <a:spcPct val="100000"/>
              </a:lnSpc>
              <a:spcBef>
                <a:spcPts val="0"/>
              </a:spcBef>
              <a:spcAft>
                <a:spcPts val="0"/>
              </a:spcAft>
              <a:buClr>
                <a:schemeClr val="lt2"/>
              </a:buClr>
              <a:buSzPts val="1600"/>
              <a:buNone/>
              <a:defRPr sz="1600">
                <a:solidFill>
                  <a:schemeClr val="lt2"/>
                </a:solidFill>
              </a:defRPr>
            </a:lvl7pPr>
            <a:lvl8pPr lvl="7">
              <a:lnSpc>
                <a:spcPct val="100000"/>
              </a:lnSpc>
              <a:spcBef>
                <a:spcPts val="0"/>
              </a:spcBef>
              <a:spcAft>
                <a:spcPts val="0"/>
              </a:spcAft>
              <a:buClr>
                <a:schemeClr val="lt2"/>
              </a:buClr>
              <a:buSzPts val="1600"/>
              <a:buNone/>
              <a:defRPr sz="1600">
                <a:solidFill>
                  <a:schemeClr val="lt2"/>
                </a:solidFill>
              </a:defRPr>
            </a:lvl8pPr>
            <a:lvl9pPr lvl="8">
              <a:lnSpc>
                <a:spcPct val="100000"/>
              </a:lnSpc>
              <a:spcBef>
                <a:spcPts val="0"/>
              </a:spcBef>
              <a:spcAft>
                <a:spcPts val="0"/>
              </a:spcAft>
              <a:buClr>
                <a:schemeClr val="lt2"/>
              </a:buClr>
              <a:buSzPts val="1600"/>
              <a:buNone/>
              <a:defRPr sz="1600">
                <a:solidFill>
                  <a:schemeClr val="lt2"/>
                </a:solidFill>
              </a:defRPr>
            </a:lvl9pPr>
          </a:lstStyle>
          <a:p>
            <a:endParaRPr/>
          </a:p>
        </p:txBody>
      </p:sp>
      <p:sp>
        <p:nvSpPr>
          <p:cNvPr id="13" name="Google Shape;13;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Shape 14"/>
        <p:cNvGrpSpPr/>
        <p:nvPr/>
      </p:nvGrpSpPr>
      <p:grpSpPr>
        <a:xfrm>
          <a:off x="0" y="0"/>
          <a:ext cx="0" cy="0"/>
          <a:chOff x="0" y="0"/>
          <a:chExt cx="0" cy="0"/>
        </a:xfrm>
      </p:grpSpPr>
      <p:sp>
        <p:nvSpPr>
          <p:cNvPr id="15" name="Google Shape;15;p3"/>
          <p:cNvSpPr/>
          <p:nvPr/>
        </p:nvSpPr>
        <p:spPr>
          <a:xfrm>
            <a:off x="0" y="48099"/>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lt1"/>
          </a:solidFill>
          <a:ln>
            <a:noFill/>
          </a:ln>
        </p:spPr>
      </p:sp>
      <p:sp>
        <p:nvSpPr>
          <p:cNvPr id="16" name="Google Shape;16;p3"/>
          <p:cNvSpPr/>
          <p:nvPr/>
        </p:nvSpPr>
        <p:spPr>
          <a:xfrm>
            <a:off x="0" y="0"/>
            <a:ext cx="9144250" cy="4398100"/>
          </a:xfrm>
          <a:custGeom>
            <a:avLst/>
            <a:gdLst/>
            <a:ahLst/>
            <a:cxnLst/>
            <a:rect l="l" t="t" r="r" b="b"/>
            <a:pathLst>
              <a:path w="365770" h="175924" extrusionOk="0">
                <a:moveTo>
                  <a:pt x="0" y="0"/>
                </a:moveTo>
                <a:lnTo>
                  <a:pt x="365770" y="0"/>
                </a:lnTo>
                <a:lnTo>
                  <a:pt x="365760" y="70914"/>
                </a:lnTo>
                <a:lnTo>
                  <a:pt x="0" y="175924"/>
                </a:lnTo>
                <a:close/>
              </a:path>
            </a:pathLst>
          </a:custGeom>
          <a:solidFill>
            <a:schemeClr val="accent3"/>
          </a:solidFill>
          <a:ln>
            <a:noFill/>
          </a:ln>
        </p:spPr>
      </p:sp>
      <p:sp>
        <p:nvSpPr>
          <p:cNvPr id="17" name="Google Shape;17;p3"/>
          <p:cNvSpPr txBox="1">
            <a:spLocks noGrp="1"/>
          </p:cNvSpPr>
          <p:nvPr>
            <p:ph type="title"/>
          </p:nvPr>
        </p:nvSpPr>
        <p:spPr>
          <a:xfrm>
            <a:off x="311700" y="539725"/>
            <a:ext cx="8520600" cy="12825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18" name="Google Shape;18;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9"/>
        <p:cNvGrpSpPr/>
        <p:nvPr/>
      </p:nvGrpSpPr>
      <p:grpSpPr>
        <a:xfrm>
          <a:off x="0" y="0"/>
          <a:ext cx="0" cy="0"/>
          <a:chOff x="0" y="0"/>
          <a:chExt cx="0" cy="0"/>
        </a:xfrm>
      </p:grpSpPr>
      <p:sp>
        <p:nvSpPr>
          <p:cNvPr id="20" name="Google Shape;20;p4"/>
          <p:cNvSpPr/>
          <p:nvPr/>
        </p:nvSpPr>
        <p:spPr>
          <a:xfrm>
            <a:off x="0" y="0"/>
            <a:ext cx="4314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Google Shape;21;p4"/>
          <p:cNvSpPr/>
          <p:nvPr/>
        </p:nvSpPr>
        <p:spPr>
          <a:xfrm>
            <a:off x="0" y="44125"/>
            <a:ext cx="4313625" cy="4399375"/>
          </a:xfrm>
          <a:custGeom>
            <a:avLst/>
            <a:gdLst/>
            <a:ahLst/>
            <a:cxnLst/>
            <a:rect l="l" t="t" r="r" b="b"/>
            <a:pathLst>
              <a:path w="172545" h="175975" extrusionOk="0">
                <a:moveTo>
                  <a:pt x="0" y="157"/>
                </a:moveTo>
                <a:lnTo>
                  <a:pt x="172419" y="0"/>
                </a:lnTo>
                <a:lnTo>
                  <a:pt x="172545" y="126541"/>
                </a:lnTo>
                <a:lnTo>
                  <a:pt x="0" y="175975"/>
                </a:lnTo>
                <a:close/>
              </a:path>
            </a:pathLst>
          </a:custGeom>
          <a:solidFill>
            <a:schemeClr val="accent2"/>
          </a:solidFill>
          <a:ln>
            <a:noFill/>
          </a:ln>
        </p:spPr>
      </p:sp>
      <p:sp>
        <p:nvSpPr>
          <p:cNvPr id="22" name="Google Shape;22;p4"/>
          <p:cNvSpPr/>
          <p:nvPr/>
        </p:nvSpPr>
        <p:spPr>
          <a:xfrm>
            <a:off x="-125" y="0"/>
            <a:ext cx="4316900" cy="4395600"/>
          </a:xfrm>
          <a:custGeom>
            <a:avLst/>
            <a:gdLst/>
            <a:ahLst/>
            <a:cxnLst/>
            <a:rect l="l" t="t" r="r" b="b"/>
            <a:pathLst>
              <a:path w="172676" h="175824" extrusionOk="0">
                <a:moveTo>
                  <a:pt x="0" y="6"/>
                </a:moveTo>
                <a:lnTo>
                  <a:pt x="172676" y="0"/>
                </a:lnTo>
                <a:lnTo>
                  <a:pt x="172562" y="126442"/>
                </a:lnTo>
                <a:lnTo>
                  <a:pt x="0" y="175824"/>
                </a:lnTo>
                <a:close/>
              </a:path>
            </a:pathLst>
          </a:custGeom>
          <a:solidFill>
            <a:schemeClr val="dk1"/>
          </a:solidFill>
          <a:ln>
            <a:noFill/>
          </a:ln>
        </p:spPr>
      </p:sp>
      <p:sp>
        <p:nvSpPr>
          <p:cNvPr id="23" name="Google Shape;23;p4"/>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4" name="Google Shape;24;p4"/>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25" name="Google Shape;25;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6"/>
        <p:cNvGrpSpPr/>
        <p:nvPr/>
      </p:nvGrpSpPr>
      <p:grpSpPr>
        <a:xfrm>
          <a:off x="0" y="0"/>
          <a:ext cx="0" cy="0"/>
          <a:chOff x="0" y="0"/>
          <a:chExt cx="0" cy="0"/>
        </a:xfrm>
      </p:grpSpPr>
      <p:sp>
        <p:nvSpPr>
          <p:cNvPr id="27" name="Google Shape;27;p5"/>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Google Shape;28;p5"/>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29" name="Google Shape;29;p5"/>
          <p:cNvSpPr txBox="1">
            <a:spLocks noGrp="1"/>
          </p:cNvSpPr>
          <p:nvPr>
            <p:ph type="body" idx="1"/>
          </p:nvPr>
        </p:nvSpPr>
        <p:spPr>
          <a:xfrm>
            <a:off x="311700" y="1505700"/>
            <a:ext cx="3999900" cy="3076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0" name="Google Shape;30;p5"/>
          <p:cNvSpPr txBox="1">
            <a:spLocks noGrp="1"/>
          </p:cNvSpPr>
          <p:nvPr>
            <p:ph type="body" idx="2"/>
          </p:nvPr>
        </p:nvSpPr>
        <p:spPr>
          <a:xfrm>
            <a:off x="4832400" y="1505700"/>
            <a:ext cx="3999900" cy="30762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31" name="Google Shape;31;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2"/>
        <p:cNvGrpSpPr/>
        <p:nvPr/>
      </p:nvGrpSpPr>
      <p:grpSpPr>
        <a:xfrm>
          <a:off x="0" y="0"/>
          <a:ext cx="0" cy="0"/>
          <a:chOff x="0" y="0"/>
          <a:chExt cx="0" cy="0"/>
        </a:xfrm>
      </p:grpSpPr>
      <p:sp>
        <p:nvSpPr>
          <p:cNvPr id="33" name="Google Shape;33;p6"/>
          <p:cNvSpPr/>
          <p:nvPr/>
        </p:nvSpPr>
        <p:spPr>
          <a:xfrm>
            <a:off x="0" y="0"/>
            <a:ext cx="9144000" cy="12771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Google Shape;34;p6"/>
          <p:cNvSpPr txBox="1">
            <a:spLocks noGrp="1"/>
          </p:cNvSpPr>
          <p:nvPr>
            <p:ph type="title"/>
          </p:nvPr>
        </p:nvSpPr>
        <p:spPr>
          <a:xfrm>
            <a:off x="311725" y="500925"/>
            <a:ext cx="8520600" cy="6237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5" name="Google Shape;3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6"/>
        <p:cNvGrpSpPr/>
        <p:nvPr/>
      </p:nvGrpSpPr>
      <p:grpSpPr>
        <a:xfrm>
          <a:off x="0" y="0"/>
          <a:ext cx="0" cy="0"/>
          <a:chOff x="0" y="0"/>
          <a:chExt cx="0" cy="0"/>
        </a:xfrm>
      </p:grpSpPr>
      <p:sp>
        <p:nvSpPr>
          <p:cNvPr id="37" name="Google Shape;37;p7"/>
          <p:cNvSpPr/>
          <p:nvPr/>
        </p:nvSpPr>
        <p:spPr>
          <a:xfrm>
            <a:off x="0" y="0"/>
            <a:ext cx="37644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Google Shape;38;p7"/>
          <p:cNvSpPr txBox="1">
            <a:spLocks noGrp="1"/>
          </p:cNvSpPr>
          <p:nvPr>
            <p:ph type="title"/>
          </p:nvPr>
        </p:nvSpPr>
        <p:spPr>
          <a:xfrm>
            <a:off x="311725" y="500925"/>
            <a:ext cx="3127500" cy="18291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39" name="Google Shape;39;p7"/>
          <p:cNvSpPr txBox="1">
            <a:spLocks noGrp="1"/>
          </p:cNvSpPr>
          <p:nvPr>
            <p:ph type="body" idx="1"/>
          </p:nvPr>
        </p:nvSpPr>
        <p:spPr>
          <a:xfrm>
            <a:off x="311700" y="2390650"/>
            <a:ext cx="3127500" cy="22980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0"/>
              </a:spcBef>
              <a:spcAft>
                <a:spcPts val="0"/>
              </a:spcAft>
              <a:buClr>
                <a:schemeClr val="accent2"/>
              </a:buClr>
              <a:buSzPts val="1100"/>
              <a:buChar char="○"/>
              <a:defRPr>
                <a:solidFill>
                  <a:schemeClr val="accent2"/>
                </a:solidFill>
              </a:defRPr>
            </a:lvl2pPr>
            <a:lvl3pPr marL="1371600" lvl="2" indent="-298450">
              <a:spcBef>
                <a:spcPts val="0"/>
              </a:spcBef>
              <a:spcAft>
                <a:spcPts val="0"/>
              </a:spcAft>
              <a:buClr>
                <a:schemeClr val="accent2"/>
              </a:buClr>
              <a:buSzPts val="1100"/>
              <a:buChar char="■"/>
              <a:defRPr>
                <a:solidFill>
                  <a:schemeClr val="accent2"/>
                </a:solidFill>
              </a:defRPr>
            </a:lvl3pPr>
            <a:lvl4pPr marL="1828800" lvl="3" indent="-298450">
              <a:spcBef>
                <a:spcPts val="0"/>
              </a:spcBef>
              <a:spcAft>
                <a:spcPts val="0"/>
              </a:spcAft>
              <a:buClr>
                <a:schemeClr val="accent2"/>
              </a:buClr>
              <a:buSzPts val="1100"/>
              <a:buChar char="●"/>
              <a:defRPr>
                <a:solidFill>
                  <a:schemeClr val="accent2"/>
                </a:solidFill>
              </a:defRPr>
            </a:lvl4pPr>
            <a:lvl5pPr marL="2286000" lvl="4" indent="-298450">
              <a:spcBef>
                <a:spcPts val="0"/>
              </a:spcBef>
              <a:spcAft>
                <a:spcPts val="0"/>
              </a:spcAft>
              <a:buClr>
                <a:schemeClr val="accent2"/>
              </a:buClr>
              <a:buSzPts val="1100"/>
              <a:buChar char="○"/>
              <a:defRPr>
                <a:solidFill>
                  <a:schemeClr val="accent2"/>
                </a:solidFill>
              </a:defRPr>
            </a:lvl5pPr>
            <a:lvl6pPr marL="2743200" lvl="5" indent="-298450">
              <a:spcBef>
                <a:spcPts val="0"/>
              </a:spcBef>
              <a:spcAft>
                <a:spcPts val="0"/>
              </a:spcAft>
              <a:buClr>
                <a:schemeClr val="accent2"/>
              </a:buClr>
              <a:buSzPts val="1100"/>
              <a:buChar char="■"/>
              <a:defRPr>
                <a:solidFill>
                  <a:schemeClr val="accent2"/>
                </a:solidFill>
              </a:defRPr>
            </a:lvl6pPr>
            <a:lvl7pPr marL="3200400" lvl="6" indent="-298450">
              <a:spcBef>
                <a:spcPts val="0"/>
              </a:spcBef>
              <a:spcAft>
                <a:spcPts val="0"/>
              </a:spcAft>
              <a:buClr>
                <a:schemeClr val="accent2"/>
              </a:buClr>
              <a:buSzPts val="1100"/>
              <a:buChar char="●"/>
              <a:defRPr>
                <a:solidFill>
                  <a:schemeClr val="accent2"/>
                </a:solidFill>
              </a:defRPr>
            </a:lvl7pPr>
            <a:lvl8pPr marL="3657600" lvl="7" indent="-298450">
              <a:spcBef>
                <a:spcPts val="0"/>
              </a:spcBef>
              <a:spcAft>
                <a:spcPts val="0"/>
              </a:spcAft>
              <a:buClr>
                <a:schemeClr val="accent2"/>
              </a:buClr>
              <a:buSzPts val="1100"/>
              <a:buChar char="○"/>
              <a:defRPr>
                <a:solidFill>
                  <a:schemeClr val="accent2"/>
                </a:solidFill>
              </a:defRPr>
            </a:lvl8pPr>
            <a:lvl9pPr marL="4114800" lvl="8" indent="-298450">
              <a:spcBef>
                <a:spcPts val="0"/>
              </a:spcBef>
              <a:spcAft>
                <a:spcPts val="0"/>
              </a:spcAft>
              <a:buClr>
                <a:schemeClr val="accent2"/>
              </a:buClr>
              <a:buSzPts val="1100"/>
              <a:buChar char="■"/>
              <a:defRPr>
                <a:solidFill>
                  <a:schemeClr val="accent2"/>
                </a:solidFill>
              </a:defRPr>
            </a:lvl9pPr>
          </a:lstStyle>
          <a:p>
            <a:endParaRPr/>
          </a:p>
        </p:txBody>
      </p:sp>
      <p:sp>
        <p:nvSpPr>
          <p:cNvPr id="40" name="Google Shape;4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3"/>
        </a:solidFill>
        <a:effectLst/>
      </p:bgPr>
    </p:bg>
    <p:spTree>
      <p:nvGrpSpPr>
        <p:cNvPr id="1" name="Shape 41"/>
        <p:cNvGrpSpPr/>
        <p:nvPr/>
      </p:nvGrpSpPr>
      <p:grpSpPr>
        <a:xfrm>
          <a:off x="0" y="0"/>
          <a:ext cx="0" cy="0"/>
          <a:chOff x="0" y="0"/>
          <a:chExt cx="0" cy="0"/>
        </a:xfrm>
      </p:grpSpPr>
      <p:sp>
        <p:nvSpPr>
          <p:cNvPr id="42" name="Google Shape;42;p8"/>
          <p:cNvSpPr txBox="1">
            <a:spLocks noGrp="1"/>
          </p:cNvSpPr>
          <p:nvPr>
            <p:ph type="title"/>
          </p:nvPr>
        </p:nvSpPr>
        <p:spPr>
          <a:xfrm>
            <a:off x="311675" y="798600"/>
            <a:ext cx="6247800" cy="3546300"/>
          </a:xfrm>
          <a:prstGeom prst="rect">
            <a:avLst/>
          </a:prstGeom>
        </p:spPr>
        <p:txBody>
          <a:bodyPr spcFirstLastPara="1" wrap="square" lIns="91425" tIns="91425" rIns="91425" bIns="91425" anchor="ctr" anchorCtr="0">
            <a:normAutofit/>
          </a:bodyPr>
          <a:lstStyle>
            <a:lvl1pPr lvl="0">
              <a:spcBef>
                <a:spcPts val="0"/>
              </a:spcBef>
              <a:spcAft>
                <a:spcPts val="0"/>
              </a:spcAft>
              <a:buSzPts val="3600"/>
              <a:buNone/>
              <a:defRPr sz="3600"/>
            </a:lvl1pPr>
            <a:lvl2pPr lvl="1">
              <a:spcBef>
                <a:spcPts val="0"/>
              </a:spcBef>
              <a:spcAft>
                <a:spcPts val="0"/>
              </a:spcAft>
              <a:buSzPts val="3600"/>
              <a:buNone/>
              <a:defRPr sz="3600"/>
            </a:lvl2pPr>
            <a:lvl3pPr lvl="2">
              <a:spcBef>
                <a:spcPts val="0"/>
              </a:spcBef>
              <a:spcAft>
                <a:spcPts val="0"/>
              </a:spcAft>
              <a:buSzPts val="3600"/>
              <a:buNone/>
              <a:defRPr sz="3600"/>
            </a:lvl3pPr>
            <a:lvl4pPr lvl="3">
              <a:spcBef>
                <a:spcPts val="0"/>
              </a:spcBef>
              <a:spcAft>
                <a:spcPts val="0"/>
              </a:spcAft>
              <a:buSzPts val="3600"/>
              <a:buNone/>
              <a:defRPr sz="3600"/>
            </a:lvl4pPr>
            <a:lvl5pPr lvl="4">
              <a:spcBef>
                <a:spcPts val="0"/>
              </a:spcBef>
              <a:spcAft>
                <a:spcPts val="0"/>
              </a:spcAft>
              <a:buSzPts val="3600"/>
              <a:buNone/>
              <a:defRPr sz="3600"/>
            </a:lvl5pPr>
            <a:lvl6pPr lvl="5">
              <a:spcBef>
                <a:spcPts val="0"/>
              </a:spcBef>
              <a:spcAft>
                <a:spcPts val="0"/>
              </a:spcAft>
              <a:buSzPts val="3600"/>
              <a:buNone/>
              <a:defRPr sz="3600"/>
            </a:lvl6pPr>
            <a:lvl7pPr lvl="6">
              <a:spcBef>
                <a:spcPts val="0"/>
              </a:spcBef>
              <a:spcAft>
                <a:spcPts val="0"/>
              </a:spcAft>
              <a:buSzPts val="3600"/>
              <a:buNone/>
              <a:defRPr sz="3600"/>
            </a:lvl7pPr>
            <a:lvl8pPr lvl="7">
              <a:spcBef>
                <a:spcPts val="0"/>
              </a:spcBef>
              <a:spcAft>
                <a:spcPts val="0"/>
              </a:spcAft>
              <a:buSzPts val="3600"/>
              <a:buNone/>
              <a:defRPr sz="3600"/>
            </a:lvl8pPr>
            <a:lvl9pPr lvl="8">
              <a:spcBef>
                <a:spcPts val="0"/>
              </a:spcBef>
              <a:spcAft>
                <a:spcPts val="0"/>
              </a:spcAft>
              <a:buSzPts val="3600"/>
              <a:buNone/>
              <a:defRPr sz="3600"/>
            </a:lvl9pPr>
          </a:lstStyle>
          <a:p>
            <a:endParaRPr/>
          </a:p>
        </p:txBody>
      </p:sp>
      <p:sp>
        <p:nvSpPr>
          <p:cNvPr id="43" name="Google Shape;4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accent1"/>
                </a:solidFill>
              </a:defRPr>
            </a:lvl1pPr>
            <a:lvl2pPr lvl="1">
              <a:buNone/>
              <a:defRPr>
                <a:solidFill>
                  <a:schemeClr val="accent1"/>
                </a:solidFill>
              </a:defRPr>
            </a:lvl2pPr>
            <a:lvl3pPr lvl="2">
              <a:buNone/>
              <a:defRPr>
                <a:solidFill>
                  <a:schemeClr val="accent1"/>
                </a:solidFill>
              </a:defRPr>
            </a:lvl3pPr>
            <a:lvl4pPr lvl="3">
              <a:buNone/>
              <a:defRPr>
                <a:solidFill>
                  <a:schemeClr val="accent1"/>
                </a:solidFill>
              </a:defRPr>
            </a:lvl4pPr>
            <a:lvl5pPr lvl="4">
              <a:buNone/>
              <a:defRPr>
                <a:solidFill>
                  <a:schemeClr val="accent1"/>
                </a:solidFill>
              </a:defRPr>
            </a:lvl5pPr>
            <a:lvl6pPr lvl="5">
              <a:buNone/>
              <a:defRPr>
                <a:solidFill>
                  <a:schemeClr val="accent1"/>
                </a:solidFill>
              </a:defRPr>
            </a:lvl6pPr>
            <a:lvl7pPr lvl="6">
              <a:buNone/>
              <a:defRPr>
                <a:solidFill>
                  <a:schemeClr val="accent1"/>
                </a:solidFill>
              </a:defRPr>
            </a:lvl7pPr>
            <a:lvl8pPr lvl="7">
              <a:buNone/>
              <a:defRPr>
                <a:solidFill>
                  <a:schemeClr val="accent1"/>
                </a:solidFill>
              </a:defRPr>
            </a:lvl8pPr>
            <a:lvl9pPr lvl="8">
              <a:buNone/>
              <a:defRPr>
                <a:solidFill>
                  <a:schemeClr val="accen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4"/>
        <p:cNvGrpSpPr/>
        <p:nvPr/>
      </p:nvGrpSpPr>
      <p:grpSpPr>
        <a:xfrm>
          <a:off x="0" y="0"/>
          <a:ext cx="0" cy="0"/>
          <a:chOff x="0" y="0"/>
          <a:chExt cx="0" cy="0"/>
        </a:xfrm>
      </p:grpSpPr>
      <p:sp>
        <p:nvSpPr>
          <p:cNvPr id="45" name="Google Shape;45;p9"/>
          <p:cNvSpPr/>
          <p:nvPr/>
        </p:nvSpPr>
        <p:spPr>
          <a:xfrm>
            <a:off x="0" y="0"/>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46;p9"/>
          <p:cNvSpPr txBox="1">
            <a:spLocks noGrp="1"/>
          </p:cNvSpPr>
          <p:nvPr>
            <p:ph type="title"/>
          </p:nvPr>
        </p:nvSpPr>
        <p:spPr>
          <a:xfrm>
            <a:off x="311300" y="500925"/>
            <a:ext cx="3704400" cy="2049600"/>
          </a:xfrm>
          <a:prstGeom prst="rect">
            <a:avLst/>
          </a:prstGeom>
        </p:spPr>
        <p:txBody>
          <a:bodyPr spcFirstLastPara="1" wrap="square" lIns="91425" tIns="91425" rIns="91425" bIns="91425" anchor="t" anchorCtr="0">
            <a:normAutofit/>
          </a:bodyPr>
          <a:lstStyle>
            <a:lvl1pPr lvl="0">
              <a:spcBef>
                <a:spcPts val="0"/>
              </a:spcBef>
              <a:spcAft>
                <a:spcPts val="0"/>
              </a:spcAft>
              <a:buClr>
                <a:schemeClr val="lt1"/>
              </a:buClr>
              <a:buSzPts val="2800"/>
              <a:buNone/>
              <a:defRPr>
                <a:solidFill>
                  <a:schemeClr val="lt1"/>
                </a:solidFill>
              </a:defRPr>
            </a:lvl1pPr>
            <a:lvl2pPr lvl="1">
              <a:spcBef>
                <a:spcPts val="0"/>
              </a:spcBef>
              <a:spcAft>
                <a:spcPts val="0"/>
              </a:spcAft>
              <a:buClr>
                <a:schemeClr val="lt1"/>
              </a:buClr>
              <a:buSzPts val="2800"/>
              <a:buNone/>
              <a:defRPr>
                <a:solidFill>
                  <a:schemeClr val="lt1"/>
                </a:solidFill>
              </a:defRPr>
            </a:lvl2pPr>
            <a:lvl3pPr lvl="2">
              <a:spcBef>
                <a:spcPts val="0"/>
              </a:spcBef>
              <a:spcAft>
                <a:spcPts val="0"/>
              </a:spcAft>
              <a:buClr>
                <a:schemeClr val="lt1"/>
              </a:buClr>
              <a:buSzPts val="2800"/>
              <a:buNone/>
              <a:defRPr>
                <a:solidFill>
                  <a:schemeClr val="lt1"/>
                </a:solidFill>
              </a:defRPr>
            </a:lvl3pPr>
            <a:lvl4pPr lvl="3">
              <a:spcBef>
                <a:spcPts val="0"/>
              </a:spcBef>
              <a:spcAft>
                <a:spcPts val="0"/>
              </a:spcAft>
              <a:buClr>
                <a:schemeClr val="lt1"/>
              </a:buClr>
              <a:buSzPts val="2800"/>
              <a:buNone/>
              <a:defRPr>
                <a:solidFill>
                  <a:schemeClr val="lt1"/>
                </a:solidFill>
              </a:defRPr>
            </a:lvl4pPr>
            <a:lvl5pPr lvl="4">
              <a:spcBef>
                <a:spcPts val="0"/>
              </a:spcBef>
              <a:spcAft>
                <a:spcPts val="0"/>
              </a:spcAft>
              <a:buClr>
                <a:schemeClr val="lt1"/>
              </a:buClr>
              <a:buSzPts val="2800"/>
              <a:buNone/>
              <a:defRPr>
                <a:solidFill>
                  <a:schemeClr val="lt1"/>
                </a:solidFill>
              </a:defRPr>
            </a:lvl5pPr>
            <a:lvl6pPr lvl="5">
              <a:spcBef>
                <a:spcPts val="0"/>
              </a:spcBef>
              <a:spcAft>
                <a:spcPts val="0"/>
              </a:spcAft>
              <a:buClr>
                <a:schemeClr val="lt1"/>
              </a:buClr>
              <a:buSzPts val="2800"/>
              <a:buNone/>
              <a:defRPr>
                <a:solidFill>
                  <a:schemeClr val="lt1"/>
                </a:solidFill>
              </a:defRPr>
            </a:lvl6pPr>
            <a:lvl7pPr lvl="6">
              <a:spcBef>
                <a:spcPts val="0"/>
              </a:spcBef>
              <a:spcAft>
                <a:spcPts val="0"/>
              </a:spcAft>
              <a:buClr>
                <a:schemeClr val="lt1"/>
              </a:buClr>
              <a:buSzPts val="2800"/>
              <a:buNone/>
              <a:defRPr>
                <a:solidFill>
                  <a:schemeClr val="lt1"/>
                </a:solidFill>
              </a:defRPr>
            </a:lvl7pPr>
            <a:lvl8pPr lvl="7">
              <a:spcBef>
                <a:spcPts val="0"/>
              </a:spcBef>
              <a:spcAft>
                <a:spcPts val="0"/>
              </a:spcAft>
              <a:buClr>
                <a:schemeClr val="lt1"/>
              </a:buClr>
              <a:buSzPts val="2800"/>
              <a:buNone/>
              <a:defRPr>
                <a:solidFill>
                  <a:schemeClr val="lt1"/>
                </a:solidFill>
              </a:defRPr>
            </a:lvl8pPr>
            <a:lvl9pPr lvl="8">
              <a:spcBef>
                <a:spcPts val="0"/>
              </a:spcBef>
              <a:spcAft>
                <a:spcPts val="0"/>
              </a:spcAft>
              <a:buClr>
                <a:schemeClr val="lt1"/>
              </a:buClr>
              <a:buSzPts val="2800"/>
              <a:buNone/>
              <a:defRPr>
                <a:solidFill>
                  <a:schemeClr val="lt1"/>
                </a:solidFill>
              </a:defRPr>
            </a:lvl9pPr>
          </a:lstStyle>
          <a:p>
            <a:endParaRPr/>
          </a:p>
        </p:txBody>
      </p:sp>
      <p:sp>
        <p:nvSpPr>
          <p:cNvPr id="47" name="Google Shape;47;p9"/>
          <p:cNvSpPr txBox="1">
            <a:spLocks noGrp="1"/>
          </p:cNvSpPr>
          <p:nvPr>
            <p:ph type="subTitle" idx="1"/>
          </p:nvPr>
        </p:nvSpPr>
        <p:spPr>
          <a:xfrm>
            <a:off x="304800" y="2626725"/>
            <a:ext cx="3704400" cy="926700"/>
          </a:xfrm>
          <a:prstGeom prst="rect">
            <a:avLst/>
          </a:prstGeom>
        </p:spPr>
        <p:txBody>
          <a:bodyPr spcFirstLastPara="1" wrap="square" lIns="91425" tIns="91425" rIns="91425" bIns="91425" anchor="t" anchorCtr="0">
            <a:normAutofit/>
          </a:bodyPr>
          <a:lstStyle>
            <a:lvl1pPr lvl="0">
              <a:lnSpc>
                <a:spcPct val="100000"/>
              </a:lnSpc>
              <a:spcBef>
                <a:spcPts val="0"/>
              </a:spcBef>
              <a:spcAft>
                <a:spcPts val="0"/>
              </a:spcAft>
              <a:buClr>
                <a:schemeClr val="accent2"/>
              </a:buClr>
              <a:buSzPts val="1600"/>
              <a:buNone/>
              <a:defRPr sz="1600">
                <a:solidFill>
                  <a:schemeClr val="accent2"/>
                </a:solidFill>
              </a:defRPr>
            </a:lvl1pPr>
            <a:lvl2pPr lvl="1">
              <a:lnSpc>
                <a:spcPct val="100000"/>
              </a:lnSpc>
              <a:spcBef>
                <a:spcPts val="0"/>
              </a:spcBef>
              <a:spcAft>
                <a:spcPts val="0"/>
              </a:spcAft>
              <a:buClr>
                <a:schemeClr val="accent2"/>
              </a:buClr>
              <a:buSzPts val="1600"/>
              <a:buNone/>
              <a:defRPr sz="1600">
                <a:solidFill>
                  <a:schemeClr val="accent2"/>
                </a:solidFill>
              </a:defRPr>
            </a:lvl2pPr>
            <a:lvl3pPr lvl="2">
              <a:lnSpc>
                <a:spcPct val="100000"/>
              </a:lnSpc>
              <a:spcBef>
                <a:spcPts val="0"/>
              </a:spcBef>
              <a:spcAft>
                <a:spcPts val="0"/>
              </a:spcAft>
              <a:buClr>
                <a:schemeClr val="accent2"/>
              </a:buClr>
              <a:buSzPts val="1600"/>
              <a:buNone/>
              <a:defRPr sz="1600">
                <a:solidFill>
                  <a:schemeClr val="accent2"/>
                </a:solidFill>
              </a:defRPr>
            </a:lvl3pPr>
            <a:lvl4pPr lvl="3">
              <a:lnSpc>
                <a:spcPct val="100000"/>
              </a:lnSpc>
              <a:spcBef>
                <a:spcPts val="0"/>
              </a:spcBef>
              <a:spcAft>
                <a:spcPts val="0"/>
              </a:spcAft>
              <a:buClr>
                <a:schemeClr val="accent2"/>
              </a:buClr>
              <a:buSzPts val="1600"/>
              <a:buNone/>
              <a:defRPr sz="1600">
                <a:solidFill>
                  <a:schemeClr val="accent2"/>
                </a:solidFill>
              </a:defRPr>
            </a:lvl4pPr>
            <a:lvl5pPr lvl="4">
              <a:lnSpc>
                <a:spcPct val="100000"/>
              </a:lnSpc>
              <a:spcBef>
                <a:spcPts val="0"/>
              </a:spcBef>
              <a:spcAft>
                <a:spcPts val="0"/>
              </a:spcAft>
              <a:buClr>
                <a:schemeClr val="accent2"/>
              </a:buClr>
              <a:buSzPts val="1600"/>
              <a:buNone/>
              <a:defRPr sz="1600">
                <a:solidFill>
                  <a:schemeClr val="accent2"/>
                </a:solidFill>
              </a:defRPr>
            </a:lvl5pPr>
            <a:lvl6pPr lvl="5">
              <a:lnSpc>
                <a:spcPct val="100000"/>
              </a:lnSpc>
              <a:spcBef>
                <a:spcPts val="0"/>
              </a:spcBef>
              <a:spcAft>
                <a:spcPts val="0"/>
              </a:spcAft>
              <a:buClr>
                <a:schemeClr val="accent2"/>
              </a:buClr>
              <a:buSzPts val="1600"/>
              <a:buNone/>
              <a:defRPr sz="1600">
                <a:solidFill>
                  <a:schemeClr val="accent2"/>
                </a:solidFill>
              </a:defRPr>
            </a:lvl6pPr>
            <a:lvl7pPr lvl="6">
              <a:lnSpc>
                <a:spcPct val="100000"/>
              </a:lnSpc>
              <a:spcBef>
                <a:spcPts val="0"/>
              </a:spcBef>
              <a:spcAft>
                <a:spcPts val="0"/>
              </a:spcAft>
              <a:buClr>
                <a:schemeClr val="accent2"/>
              </a:buClr>
              <a:buSzPts val="1600"/>
              <a:buNone/>
              <a:defRPr sz="1600">
                <a:solidFill>
                  <a:schemeClr val="accent2"/>
                </a:solidFill>
              </a:defRPr>
            </a:lvl7pPr>
            <a:lvl8pPr lvl="7">
              <a:lnSpc>
                <a:spcPct val="100000"/>
              </a:lnSpc>
              <a:spcBef>
                <a:spcPts val="0"/>
              </a:spcBef>
              <a:spcAft>
                <a:spcPts val="0"/>
              </a:spcAft>
              <a:buClr>
                <a:schemeClr val="accent2"/>
              </a:buClr>
              <a:buSzPts val="1600"/>
              <a:buNone/>
              <a:defRPr sz="1600">
                <a:solidFill>
                  <a:schemeClr val="accent2"/>
                </a:solidFill>
              </a:defRPr>
            </a:lvl8pPr>
            <a:lvl9pPr lvl="8">
              <a:lnSpc>
                <a:spcPct val="100000"/>
              </a:lnSpc>
              <a:spcBef>
                <a:spcPts val="0"/>
              </a:spcBef>
              <a:spcAft>
                <a:spcPts val="0"/>
              </a:spcAft>
              <a:buClr>
                <a:schemeClr val="accent2"/>
              </a:buClr>
              <a:buSzPts val="1600"/>
              <a:buNone/>
              <a:defRPr sz="1600">
                <a:solidFill>
                  <a:schemeClr val="accent2"/>
                </a:solidFill>
              </a:defRPr>
            </a:lvl9pPr>
          </a:lstStyle>
          <a:p>
            <a:endParaRPr/>
          </a:p>
        </p:txBody>
      </p:sp>
      <p:sp>
        <p:nvSpPr>
          <p:cNvPr id="48" name="Google Shape;48;p9"/>
          <p:cNvSpPr txBox="1">
            <a:spLocks noGrp="1"/>
          </p:cNvSpPr>
          <p:nvPr>
            <p:ph type="body" idx="2"/>
          </p:nvPr>
        </p:nvSpPr>
        <p:spPr>
          <a:xfrm>
            <a:off x="4879025" y="500925"/>
            <a:ext cx="3954000" cy="41115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SzPts val="1300"/>
              <a:buChar char="●"/>
              <a:defRPr/>
            </a:lvl1pPr>
            <a:lvl2pPr marL="914400" lvl="1" indent="-298450">
              <a:spcBef>
                <a:spcPts val="0"/>
              </a:spcBef>
              <a:spcAft>
                <a:spcPts val="0"/>
              </a:spcAft>
              <a:buSzPts val="1100"/>
              <a:buChar char="○"/>
              <a:defRPr/>
            </a:lvl2pPr>
            <a:lvl3pPr marL="1371600" lvl="2" indent="-298450">
              <a:spcBef>
                <a:spcPts val="0"/>
              </a:spcBef>
              <a:spcAft>
                <a:spcPts val="0"/>
              </a:spcAft>
              <a:buSzPts val="1100"/>
              <a:buChar char="■"/>
              <a:defRPr/>
            </a:lvl3pPr>
            <a:lvl4pPr marL="1828800" lvl="3" indent="-298450">
              <a:spcBef>
                <a:spcPts val="0"/>
              </a:spcBef>
              <a:spcAft>
                <a:spcPts val="0"/>
              </a:spcAft>
              <a:buSzPts val="1100"/>
              <a:buChar char="●"/>
              <a:defRPr/>
            </a:lvl4pPr>
            <a:lvl5pPr marL="2286000" lvl="4" indent="-298450">
              <a:spcBef>
                <a:spcPts val="0"/>
              </a:spcBef>
              <a:spcAft>
                <a:spcPts val="0"/>
              </a:spcAft>
              <a:buSzPts val="1100"/>
              <a:buChar char="○"/>
              <a:defRPr/>
            </a:lvl5pPr>
            <a:lvl6pPr marL="2743200" lvl="5" indent="-298450">
              <a:spcBef>
                <a:spcPts val="0"/>
              </a:spcBef>
              <a:spcAft>
                <a:spcPts val="0"/>
              </a:spcAft>
              <a:buSzPts val="1100"/>
              <a:buChar char="■"/>
              <a:defRPr/>
            </a:lvl6pPr>
            <a:lvl7pPr marL="3200400" lvl="6" indent="-298450">
              <a:spcBef>
                <a:spcPts val="0"/>
              </a:spcBef>
              <a:spcAft>
                <a:spcPts val="0"/>
              </a:spcAft>
              <a:buSzPts val="1100"/>
              <a:buChar char="●"/>
              <a:defRPr/>
            </a:lvl7pPr>
            <a:lvl8pPr marL="3657600" lvl="7" indent="-298450">
              <a:spcBef>
                <a:spcPts val="0"/>
              </a:spcBef>
              <a:spcAft>
                <a:spcPts val="0"/>
              </a:spcAft>
              <a:buSzPts val="1100"/>
              <a:buChar char="○"/>
              <a:defRPr/>
            </a:lvl8pPr>
            <a:lvl9pPr marL="4114800" lvl="8" indent="-298450">
              <a:spcBef>
                <a:spcPts val="0"/>
              </a:spcBef>
              <a:spcAft>
                <a:spcPts val="0"/>
              </a:spcAft>
              <a:buSzPts val="1100"/>
              <a:buChar char="■"/>
              <a:defRPr/>
            </a:lvl9pPr>
          </a:lstStyle>
          <a:p>
            <a:endParaRPr/>
          </a:p>
        </p:txBody>
      </p:sp>
      <p:sp>
        <p:nvSpPr>
          <p:cNvPr id="49" name="Google Shape;4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0"/>
        <p:cNvGrpSpPr/>
        <p:nvPr/>
      </p:nvGrpSpPr>
      <p:grpSpPr>
        <a:xfrm>
          <a:off x="0" y="0"/>
          <a:ext cx="0" cy="0"/>
          <a:chOff x="0" y="0"/>
          <a:chExt cx="0" cy="0"/>
        </a:xfrm>
      </p:grpSpPr>
      <p:sp>
        <p:nvSpPr>
          <p:cNvPr id="51" name="Google Shape;51;p10"/>
          <p:cNvSpPr/>
          <p:nvPr/>
        </p:nvSpPr>
        <p:spPr>
          <a:xfrm>
            <a:off x="0" y="4369000"/>
            <a:ext cx="9144000" cy="7743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 name="Google Shape;52;p10"/>
          <p:cNvSpPr txBox="1">
            <a:spLocks noGrp="1"/>
          </p:cNvSpPr>
          <p:nvPr>
            <p:ph type="body" idx="1"/>
          </p:nvPr>
        </p:nvSpPr>
        <p:spPr>
          <a:xfrm>
            <a:off x="311700" y="4521400"/>
            <a:ext cx="7979400" cy="4605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Clr>
                <a:schemeClr val="lt1"/>
              </a:buClr>
              <a:buSzPts val="1300"/>
              <a:buFont typeface="Merriweather"/>
              <a:buNone/>
              <a:defRPr>
                <a:solidFill>
                  <a:schemeClr val="lt1"/>
                </a:solidFill>
                <a:latin typeface="Merriweather"/>
                <a:ea typeface="Merriweather"/>
                <a:cs typeface="Merriweather"/>
                <a:sym typeface="Merriweather"/>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dk1"/>
        </a:solidFill>
        <a:effectLst/>
      </p:bgPr>
    </p:bg>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50" y="831175"/>
            <a:ext cx="5334900" cy="1244700"/>
          </a:xfrm>
          <a:prstGeom prst="rect">
            <a:avLst/>
          </a:prstGeom>
        </p:spPr>
        <p:txBody>
          <a:bodyPr spcFirstLastPara="1" wrap="square" lIns="91425" tIns="91425" rIns="91425" bIns="91425" anchor="b" anchorCtr="0">
            <a:normAutofit/>
          </a:bodyPr>
          <a:lstStyle>
            <a:lvl1pPr lvl="0">
              <a:spcBef>
                <a:spcPts val="0"/>
              </a:spcBef>
              <a:spcAft>
                <a:spcPts val="0"/>
              </a:spcAft>
              <a:buClr>
                <a:schemeClr val="lt1"/>
              </a:buClr>
              <a:buSzPts val="10000"/>
              <a:buNone/>
              <a:defRPr sz="10000">
                <a:solidFill>
                  <a:schemeClr val="lt1"/>
                </a:solidFill>
              </a:defRPr>
            </a:lvl1pPr>
            <a:lvl2pPr lvl="1">
              <a:spcBef>
                <a:spcPts val="0"/>
              </a:spcBef>
              <a:spcAft>
                <a:spcPts val="0"/>
              </a:spcAft>
              <a:buClr>
                <a:schemeClr val="lt1"/>
              </a:buClr>
              <a:buSzPts val="10000"/>
              <a:buNone/>
              <a:defRPr sz="10000">
                <a:solidFill>
                  <a:schemeClr val="lt1"/>
                </a:solidFill>
              </a:defRPr>
            </a:lvl2pPr>
            <a:lvl3pPr lvl="2">
              <a:spcBef>
                <a:spcPts val="0"/>
              </a:spcBef>
              <a:spcAft>
                <a:spcPts val="0"/>
              </a:spcAft>
              <a:buClr>
                <a:schemeClr val="lt1"/>
              </a:buClr>
              <a:buSzPts val="10000"/>
              <a:buNone/>
              <a:defRPr sz="10000">
                <a:solidFill>
                  <a:schemeClr val="lt1"/>
                </a:solidFill>
              </a:defRPr>
            </a:lvl3pPr>
            <a:lvl4pPr lvl="3">
              <a:spcBef>
                <a:spcPts val="0"/>
              </a:spcBef>
              <a:spcAft>
                <a:spcPts val="0"/>
              </a:spcAft>
              <a:buClr>
                <a:schemeClr val="lt1"/>
              </a:buClr>
              <a:buSzPts val="10000"/>
              <a:buNone/>
              <a:defRPr sz="10000">
                <a:solidFill>
                  <a:schemeClr val="lt1"/>
                </a:solidFill>
              </a:defRPr>
            </a:lvl4pPr>
            <a:lvl5pPr lvl="4">
              <a:spcBef>
                <a:spcPts val="0"/>
              </a:spcBef>
              <a:spcAft>
                <a:spcPts val="0"/>
              </a:spcAft>
              <a:buClr>
                <a:schemeClr val="lt1"/>
              </a:buClr>
              <a:buSzPts val="10000"/>
              <a:buNone/>
              <a:defRPr sz="10000">
                <a:solidFill>
                  <a:schemeClr val="lt1"/>
                </a:solidFill>
              </a:defRPr>
            </a:lvl5pPr>
            <a:lvl6pPr lvl="5">
              <a:spcBef>
                <a:spcPts val="0"/>
              </a:spcBef>
              <a:spcAft>
                <a:spcPts val="0"/>
              </a:spcAft>
              <a:buClr>
                <a:schemeClr val="lt1"/>
              </a:buClr>
              <a:buSzPts val="10000"/>
              <a:buNone/>
              <a:defRPr sz="10000">
                <a:solidFill>
                  <a:schemeClr val="lt1"/>
                </a:solidFill>
              </a:defRPr>
            </a:lvl6pPr>
            <a:lvl7pPr lvl="6">
              <a:spcBef>
                <a:spcPts val="0"/>
              </a:spcBef>
              <a:spcAft>
                <a:spcPts val="0"/>
              </a:spcAft>
              <a:buClr>
                <a:schemeClr val="lt1"/>
              </a:buClr>
              <a:buSzPts val="10000"/>
              <a:buNone/>
              <a:defRPr sz="10000">
                <a:solidFill>
                  <a:schemeClr val="lt1"/>
                </a:solidFill>
              </a:defRPr>
            </a:lvl7pPr>
            <a:lvl8pPr lvl="7">
              <a:spcBef>
                <a:spcPts val="0"/>
              </a:spcBef>
              <a:spcAft>
                <a:spcPts val="0"/>
              </a:spcAft>
              <a:buClr>
                <a:schemeClr val="lt1"/>
              </a:buClr>
              <a:buSzPts val="10000"/>
              <a:buNone/>
              <a:defRPr sz="10000">
                <a:solidFill>
                  <a:schemeClr val="lt1"/>
                </a:solidFill>
              </a:defRPr>
            </a:lvl8pPr>
            <a:lvl9pPr lvl="8">
              <a:spcBef>
                <a:spcPts val="0"/>
              </a:spcBef>
              <a:spcAft>
                <a:spcPts val="0"/>
              </a:spcAft>
              <a:buClr>
                <a:schemeClr val="lt1"/>
              </a:buClr>
              <a:buSzPts val="10000"/>
              <a:buNone/>
              <a:defRPr sz="10000">
                <a:solidFill>
                  <a:schemeClr val="lt1"/>
                </a:solidFill>
              </a:defRPr>
            </a:lvl9pPr>
          </a:lstStyle>
          <a:p>
            <a:r>
              <a:t>xx%</a:t>
            </a:r>
          </a:p>
        </p:txBody>
      </p:sp>
      <p:sp>
        <p:nvSpPr>
          <p:cNvPr id="56" name="Google Shape;56;p11"/>
          <p:cNvSpPr txBox="1">
            <a:spLocks noGrp="1"/>
          </p:cNvSpPr>
          <p:nvPr>
            <p:ph type="body" idx="1"/>
          </p:nvPr>
        </p:nvSpPr>
        <p:spPr>
          <a:xfrm>
            <a:off x="311700" y="2121425"/>
            <a:ext cx="5334900" cy="942600"/>
          </a:xfrm>
          <a:prstGeom prst="rect">
            <a:avLst/>
          </a:prstGeom>
        </p:spPr>
        <p:txBody>
          <a:bodyPr spcFirstLastPara="1" wrap="square" lIns="91425" tIns="91425" rIns="91425" bIns="91425" anchor="t" anchorCtr="0">
            <a:normAutofit/>
          </a:bodyPr>
          <a:lstStyle>
            <a:lvl1pPr marL="457200" lvl="0" indent="-311150">
              <a:spcBef>
                <a:spcPts val="0"/>
              </a:spcBef>
              <a:spcAft>
                <a:spcPts val="0"/>
              </a:spcAft>
              <a:buClr>
                <a:schemeClr val="accent2"/>
              </a:buClr>
              <a:buSzPts val="1300"/>
              <a:buChar char="●"/>
              <a:defRPr>
                <a:solidFill>
                  <a:schemeClr val="accent2"/>
                </a:solidFill>
              </a:defRPr>
            </a:lvl1pPr>
            <a:lvl2pPr marL="914400" lvl="1" indent="-298450">
              <a:spcBef>
                <a:spcPts val="0"/>
              </a:spcBef>
              <a:spcAft>
                <a:spcPts val="0"/>
              </a:spcAft>
              <a:buClr>
                <a:schemeClr val="accent2"/>
              </a:buClr>
              <a:buSzPts val="1100"/>
              <a:buChar char="○"/>
              <a:defRPr>
                <a:solidFill>
                  <a:schemeClr val="accent2"/>
                </a:solidFill>
              </a:defRPr>
            </a:lvl2pPr>
            <a:lvl3pPr marL="1371600" lvl="2" indent="-298450">
              <a:spcBef>
                <a:spcPts val="0"/>
              </a:spcBef>
              <a:spcAft>
                <a:spcPts val="0"/>
              </a:spcAft>
              <a:buClr>
                <a:schemeClr val="accent2"/>
              </a:buClr>
              <a:buSzPts val="1100"/>
              <a:buChar char="■"/>
              <a:defRPr>
                <a:solidFill>
                  <a:schemeClr val="accent2"/>
                </a:solidFill>
              </a:defRPr>
            </a:lvl3pPr>
            <a:lvl4pPr marL="1828800" lvl="3" indent="-298450">
              <a:spcBef>
                <a:spcPts val="0"/>
              </a:spcBef>
              <a:spcAft>
                <a:spcPts val="0"/>
              </a:spcAft>
              <a:buClr>
                <a:schemeClr val="accent2"/>
              </a:buClr>
              <a:buSzPts val="1100"/>
              <a:buChar char="●"/>
              <a:defRPr>
                <a:solidFill>
                  <a:schemeClr val="accent2"/>
                </a:solidFill>
              </a:defRPr>
            </a:lvl4pPr>
            <a:lvl5pPr marL="2286000" lvl="4" indent="-298450">
              <a:spcBef>
                <a:spcPts val="0"/>
              </a:spcBef>
              <a:spcAft>
                <a:spcPts val="0"/>
              </a:spcAft>
              <a:buClr>
                <a:schemeClr val="accent2"/>
              </a:buClr>
              <a:buSzPts val="1100"/>
              <a:buChar char="○"/>
              <a:defRPr>
                <a:solidFill>
                  <a:schemeClr val="accent2"/>
                </a:solidFill>
              </a:defRPr>
            </a:lvl5pPr>
            <a:lvl6pPr marL="2743200" lvl="5" indent="-298450">
              <a:spcBef>
                <a:spcPts val="0"/>
              </a:spcBef>
              <a:spcAft>
                <a:spcPts val="0"/>
              </a:spcAft>
              <a:buClr>
                <a:schemeClr val="accent2"/>
              </a:buClr>
              <a:buSzPts val="1100"/>
              <a:buChar char="■"/>
              <a:defRPr>
                <a:solidFill>
                  <a:schemeClr val="accent2"/>
                </a:solidFill>
              </a:defRPr>
            </a:lvl6pPr>
            <a:lvl7pPr marL="3200400" lvl="6" indent="-298450">
              <a:spcBef>
                <a:spcPts val="0"/>
              </a:spcBef>
              <a:spcAft>
                <a:spcPts val="0"/>
              </a:spcAft>
              <a:buClr>
                <a:schemeClr val="accent2"/>
              </a:buClr>
              <a:buSzPts val="1100"/>
              <a:buChar char="●"/>
              <a:defRPr>
                <a:solidFill>
                  <a:schemeClr val="accent2"/>
                </a:solidFill>
              </a:defRPr>
            </a:lvl7pPr>
            <a:lvl8pPr marL="3657600" lvl="7" indent="-298450">
              <a:spcBef>
                <a:spcPts val="0"/>
              </a:spcBef>
              <a:spcAft>
                <a:spcPts val="0"/>
              </a:spcAft>
              <a:buClr>
                <a:schemeClr val="accent2"/>
              </a:buClr>
              <a:buSzPts val="1100"/>
              <a:buChar char="○"/>
              <a:defRPr>
                <a:solidFill>
                  <a:schemeClr val="accent2"/>
                </a:solidFill>
              </a:defRPr>
            </a:lvl8pPr>
            <a:lvl9pPr marL="4114800" lvl="8" indent="-298450">
              <a:spcBef>
                <a:spcPts val="0"/>
              </a:spcBef>
              <a:spcAft>
                <a:spcPts val="0"/>
              </a:spcAft>
              <a:buClr>
                <a:schemeClr val="accent2"/>
              </a:buClr>
              <a:buSzPts val="1100"/>
              <a:buChar char="■"/>
              <a:defRPr>
                <a:solidFill>
                  <a:schemeClr val="accent2"/>
                </a:solidFill>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paradigm">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1pPr>
            <a:lvl2pPr lvl="1">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2pPr>
            <a:lvl3pPr lvl="2">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3pPr>
            <a:lvl4pPr lvl="3">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4pPr>
            <a:lvl5pPr lvl="4">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5pPr>
            <a:lvl6pPr lvl="5">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6pPr>
            <a:lvl7pPr lvl="6">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7pPr>
            <a:lvl8pPr lvl="7">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8pPr>
            <a:lvl9pPr lvl="8">
              <a:spcBef>
                <a:spcPts val="0"/>
              </a:spcBef>
              <a:spcAft>
                <a:spcPts val="0"/>
              </a:spcAft>
              <a:buClr>
                <a:schemeClr val="accent1"/>
              </a:buClr>
              <a:buSzPts val="2800"/>
              <a:buFont typeface="Merriweather"/>
              <a:buNone/>
              <a:defRPr sz="2800">
                <a:solidFill>
                  <a:schemeClr val="accent1"/>
                </a:solidFill>
                <a:latin typeface="Merriweather"/>
                <a:ea typeface="Merriweather"/>
                <a:cs typeface="Merriweather"/>
                <a:sym typeface="Merriweather"/>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11150">
              <a:lnSpc>
                <a:spcPct val="115000"/>
              </a:lnSpc>
              <a:spcBef>
                <a:spcPts val="0"/>
              </a:spcBef>
              <a:spcAft>
                <a:spcPts val="0"/>
              </a:spcAft>
              <a:buClr>
                <a:schemeClr val="dk2"/>
              </a:buClr>
              <a:buSzPts val="1300"/>
              <a:buFont typeface="Roboto"/>
              <a:buChar char="●"/>
              <a:defRPr sz="1300">
                <a:solidFill>
                  <a:schemeClr val="dk2"/>
                </a:solidFill>
                <a:latin typeface="Roboto"/>
                <a:ea typeface="Roboto"/>
                <a:cs typeface="Roboto"/>
                <a:sym typeface="Roboto"/>
              </a:defRPr>
            </a:lvl1pPr>
            <a:lvl2pPr marL="914400" lvl="1"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2pPr>
            <a:lvl3pPr marL="1371600" lvl="2"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3pPr>
            <a:lvl4pPr marL="1828800" lvl="3"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4pPr>
            <a:lvl5pPr marL="2286000" lvl="4"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5pPr>
            <a:lvl6pPr marL="2743200" lvl="5"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6pPr>
            <a:lvl7pPr marL="3200400" lvl="6"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7pPr>
            <a:lvl8pPr marL="3657600" lvl="7"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8pPr>
            <a:lvl9pPr marL="4114800" lvl="8" indent="-298450">
              <a:lnSpc>
                <a:spcPct val="115000"/>
              </a:lnSpc>
              <a:spcBef>
                <a:spcPts val="0"/>
              </a:spcBef>
              <a:spcAft>
                <a:spcPts val="0"/>
              </a:spcAft>
              <a:buClr>
                <a:schemeClr val="dk2"/>
              </a:buClr>
              <a:buSzPts val="1100"/>
              <a:buFont typeface="Roboto"/>
              <a:buChar char="■"/>
              <a:defRPr sz="1100">
                <a:solidFill>
                  <a:schemeClr val="dk2"/>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Roboto"/>
                <a:ea typeface="Roboto"/>
                <a:cs typeface="Roboto"/>
                <a:sym typeface="Roboto"/>
              </a:defRPr>
            </a:lvl1pPr>
            <a:lvl2pPr lvl="1" algn="r">
              <a:buNone/>
              <a:defRPr sz="1000">
                <a:solidFill>
                  <a:schemeClr val="dk2"/>
                </a:solidFill>
                <a:latin typeface="Roboto"/>
                <a:ea typeface="Roboto"/>
                <a:cs typeface="Roboto"/>
                <a:sym typeface="Roboto"/>
              </a:defRPr>
            </a:lvl2pPr>
            <a:lvl3pPr lvl="2" algn="r">
              <a:buNone/>
              <a:defRPr sz="1000">
                <a:solidFill>
                  <a:schemeClr val="dk2"/>
                </a:solidFill>
                <a:latin typeface="Roboto"/>
                <a:ea typeface="Roboto"/>
                <a:cs typeface="Roboto"/>
                <a:sym typeface="Roboto"/>
              </a:defRPr>
            </a:lvl3pPr>
            <a:lvl4pPr lvl="3" algn="r">
              <a:buNone/>
              <a:defRPr sz="1000">
                <a:solidFill>
                  <a:schemeClr val="dk2"/>
                </a:solidFill>
                <a:latin typeface="Roboto"/>
                <a:ea typeface="Roboto"/>
                <a:cs typeface="Roboto"/>
                <a:sym typeface="Roboto"/>
              </a:defRPr>
            </a:lvl4pPr>
            <a:lvl5pPr lvl="4" algn="r">
              <a:buNone/>
              <a:defRPr sz="1000">
                <a:solidFill>
                  <a:schemeClr val="dk2"/>
                </a:solidFill>
                <a:latin typeface="Roboto"/>
                <a:ea typeface="Roboto"/>
                <a:cs typeface="Roboto"/>
                <a:sym typeface="Roboto"/>
              </a:defRPr>
            </a:lvl5pPr>
            <a:lvl6pPr lvl="5" algn="r">
              <a:buNone/>
              <a:defRPr sz="1000">
                <a:solidFill>
                  <a:schemeClr val="dk2"/>
                </a:solidFill>
                <a:latin typeface="Roboto"/>
                <a:ea typeface="Roboto"/>
                <a:cs typeface="Roboto"/>
                <a:sym typeface="Roboto"/>
              </a:defRPr>
            </a:lvl6pPr>
            <a:lvl7pPr lvl="6" algn="r">
              <a:buNone/>
              <a:defRPr sz="1000">
                <a:solidFill>
                  <a:schemeClr val="dk2"/>
                </a:solidFill>
                <a:latin typeface="Roboto"/>
                <a:ea typeface="Roboto"/>
                <a:cs typeface="Roboto"/>
                <a:sym typeface="Roboto"/>
              </a:defRPr>
            </a:lvl7pPr>
            <a:lvl8pPr lvl="7" algn="r">
              <a:buNone/>
              <a:defRPr sz="1000">
                <a:solidFill>
                  <a:schemeClr val="dk2"/>
                </a:solidFill>
                <a:latin typeface="Roboto"/>
                <a:ea typeface="Roboto"/>
                <a:cs typeface="Roboto"/>
                <a:sym typeface="Roboto"/>
              </a:defRPr>
            </a:lvl8pPr>
            <a:lvl9pPr lvl="8" algn="r">
              <a:buNone/>
              <a:defRPr sz="1000">
                <a:solidFill>
                  <a:schemeClr val="dk2"/>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p:nvPr>
        </p:nvSpPr>
        <p:spPr>
          <a:xfrm>
            <a:off x="311700" y="539725"/>
            <a:ext cx="8520600" cy="12825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800">
                <a:latin typeface="Times New Roman"/>
                <a:ea typeface="Times New Roman"/>
                <a:cs typeface="Times New Roman"/>
                <a:sym typeface="Times New Roman"/>
              </a:rPr>
              <a:t>Face Recognition Tool for Social Network Analysis</a:t>
            </a:r>
            <a:endParaRPr sz="1800">
              <a:latin typeface="Times New Roman"/>
              <a:ea typeface="Times New Roman"/>
              <a:cs typeface="Times New Roman"/>
              <a:sym typeface="Times New Roman"/>
            </a:endParaRPr>
          </a:p>
        </p:txBody>
      </p:sp>
      <p:sp>
        <p:nvSpPr>
          <p:cNvPr id="65" name="Google Shape;65;p13"/>
          <p:cNvSpPr txBox="1">
            <a:spLocks noGrp="1"/>
          </p:cNvSpPr>
          <p:nvPr>
            <p:ph type="subTitle" idx="1"/>
          </p:nvPr>
        </p:nvSpPr>
        <p:spPr>
          <a:xfrm>
            <a:off x="311700" y="1878560"/>
            <a:ext cx="4242600" cy="738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dirty="0"/>
          </a:p>
          <a:p>
            <a:pPr marL="0" lvl="0" indent="0" algn="l" rtl="0">
              <a:spcBef>
                <a:spcPts val="0"/>
              </a:spcBef>
              <a:spcAft>
                <a:spcPts val="0"/>
              </a:spcAft>
              <a:buNone/>
            </a:pPr>
            <a:r>
              <a:rPr lang="en" dirty="0"/>
              <a:t>     </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 Introduction</a:t>
            </a:r>
            <a:endParaRPr/>
          </a:p>
        </p:txBody>
      </p:sp>
      <p:sp>
        <p:nvSpPr>
          <p:cNvPr id="71" name="Google Shape;71;p14"/>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Welcome to the presentation on "Face Recognition Tool for Social Network Analysis."</a:t>
            </a:r>
            <a:endParaRPr/>
          </a:p>
          <a:p>
            <a:pPr marL="0" lvl="0" indent="0" algn="l" rtl="0">
              <a:spcBef>
                <a:spcPts val="1200"/>
              </a:spcBef>
              <a:spcAft>
                <a:spcPts val="0"/>
              </a:spcAft>
              <a:buNone/>
            </a:pPr>
            <a:endParaRPr/>
          </a:p>
          <a:p>
            <a:pPr marL="457200" lvl="0" indent="-311150" algn="l" rtl="0">
              <a:spcBef>
                <a:spcPts val="1200"/>
              </a:spcBef>
              <a:spcAft>
                <a:spcPts val="0"/>
              </a:spcAft>
              <a:buSzPts val="1300"/>
              <a:buChar char="●"/>
            </a:pPr>
            <a:r>
              <a:rPr lang="en"/>
              <a:t>In this presentation, we will introduce a tool that can analyze videos to identify faces, which can be valuable for social network analysis.</a:t>
            </a:r>
            <a:endParaRPr/>
          </a:p>
          <a:p>
            <a:pPr marL="457200" lvl="0" indent="0" algn="l" rtl="0">
              <a:spcBef>
                <a:spcPts val="1200"/>
              </a:spcBef>
              <a:spcAft>
                <a:spcPts val="1200"/>
              </a:spcAft>
              <a:buNone/>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5"/>
          <p:cNvSpPr txBox="1">
            <a:spLocks noGrp="1"/>
          </p:cNvSpPr>
          <p:nvPr>
            <p:ph type="title"/>
          </p:nvPr>
        </p:nvSpPr>
        <p:spPr>
          <a:xfrm>
            <a:off x="311725" y="500925"/>
            <a:ext cx="3549600" cy="4325700"/>
          </a:xfrm>
          <a:prstGeom prst="rect">
            <a:avLst/>
          </a:prstGeom>
        </p:spPr>
        <p:txBody>
          <a:bodyPr spcFirstLastPara="1" wrap="square" lIns="91425" tIns="91425" rIns="91425" bIns="91425" anchor="t" anchorCtr="0">
            <a:noAutofit/>
          </a:bodyPr>
          <a:lstStyle/>
          <a:p>
            <a:pPr marL="457200" lvl="0" indent="-306070" algn="l" rtl="0">
              <a:lnSpc>
                <a:spcPct val="150000"/>
              </a:lnSpc>
              <a:spcBef>
                <a:spcPts val="0"/>
              </a:spcBef>
              <a:spcAft>
                <a:spcPts val="0"/>
              </a:spcAft>
              <a:buSzPts val="1220"/>
              <a:buChar char="●"/>
            </a:pPr>
            <a:r>
              <a:rPr lang="en" sz="1220"/>
              <a:t>AGENDA</a:t>
            </a:r>
            <a:endParaRPr sz="1220"/>
          </a:p>
          <a:p>
            <a:pPr marL="457200" lvl="0" indent="-306070" algn="l" rtl="0">
              <a:lnSpc>
                <a:spcPct val="150000"/>
              </a:lnSpc>
              <a:spcBef>
                <a:spcPts val="0"/>
              </a:spcBef>
              <a:spcAft>
                <a:spcPts val="0"/>
              </a:spcAft>
              <a:buSzPts val="1220"/>
              <a:buChar char="●"/>
            </a:pPr>
            <a:r>
              <a:rPr lang="en" sz="1220"/>
              <a:t>Introduction</a:t>
            </a:r>
            <a:endParaRPr sz="1220"/>
          </a:p>
          <a:p>
            <a:pPr marL="457200" lvl="0" indent="-306070" algn="l" rtl="0">
              <a:lnSpc>
                <a:spcPct val="150000"/>
              </a:lnSpc>
              <a:spcBef>
                <a:spcPts val="0"/>
              </a:spcBef>
              <a:spcAft>
                <a:spcPts val="0"/>
              </a:spcAft>
              <a:buSzPts val="1220"/>
              <a:buChar char="●"/>
            </a:pPr>
            <a:r>
              <a:rPr lang="en" sz="1220"/>
              <a:t>Technologies Used</a:t>
            </a:r>
            <a:endParaRPr sz="1220"/>
          </a:p>
          <a:p>
            <a:pPr marL="457200" lvl="0" indent="-306070" algn="l" rtl="0">
              <a:lnSpc>
                <a:spcPct val="150000"/>
              </a:lnSpc>
              <a:spcBef>
                <a:spcPts val="0"/>
              </a:spcBef>
              <a:spcAft>
                <a:spcPts val="0"/>
              </a:spcAft>
              <a:buSzPts val="1220"/>
              <a:buChar char="●"/>
            </a:pPr>
            <a:r>
              <a:rPr lang="en" sz="1220"/>
              <a:t>User Interface</a:t>
            </a:r>
            <a:endParaRPr sz="1220"/>
          </a:p>
          <a:p>
            <a:pPr marL="457200" lvl="0" indent="-306070" algn="l" rtl="0">
              <a:lnSpc>
                <a:spcPct val="150000"/>
              </a:lnSpc>
              <a:spcBef>
                <a:spcPts val="0"/>
              </a:spcBef>
              <a:spcAft>
                <a:spcPts val="0"/>
              </a:spcAft>
              <a:buSzPts val="1220"/>
              <a:buChar char="●"/>
            </a:pPr>
            <a:r>
              <a:rPr lang="en" sz="1220"/>
              <a:t>Tool Workflow</a:t>
            </a:r>
            <a:endParaRPr sz="1220"/>
          </a:p>
          <a:p>
            <a:pPr marL="457200" lvl="0" indent="-306070" algn="l" rtl="0">
              <a:lnSpc>
                <a:spcPct val="150000"/>
              </a:lnSpc>
              <a:spcBef>
                <a:spcPts val="0"/>
              </a:spcBef>
              <a:spcAft>
                <a:spcPts val="0"/>
              </a:spcAft>
              <a:buSzPts val="1220"/>
              <a:buChar char="●"/>
            </a:pPr>
            <a:r>
              <a:rPr lang="en" sz="1220"/>
              <a:t>Face Detection</a:t>
            </a:r>
            <a:endParaRPr sz="1220"/>
          </a:p>
          <a:p>
            <a:pPr marL="457200" lvl="0" indent="-306070" algn="l" rtl="0">
              <a:lnSpc>
                <a:spcPct val="150000"/>
              </a:lnSpc>
              <a:spcBef>
                <a:spcPts val="0"/>
              </a:spcBef>
              <a:spcAft>
                <a:spcPts val="0"/>
              </a:spcAft>
              <a:buSzPts val="1220"/>
              <a:buChar char="●"/>
            </a:pPr>
            <a:r>
              <a:rPr lang="en" sz="1220"/>
              <a:t>Known Faces</a:t>
            </a:r>
            <a:endParaRPr sz="1220"/>
          </a:p>
          <a:p>
            <a:pPr marL="457200" lvl="0" indent="-306070" algn="l" rtl="0">
              <a:lnSpc>
                <a:spcPct val="150000"/>
              </a:lnSpc>
              <a:spcBef>
                <a:spcPts val="0"/>
              </a:spcBef>
              <a:spcAft>
                <a:spcPts val="0"/>
              </a:spcAft>
              <a:buSzPts val="1220"/>
              <a:buChar char="●"/>
            </a:pPr>
            <a:r>
              <a:rPr lang="en" sz="1220"/>
              <a:t>PDF Report</a:t>
            </a:r>
            <a:endParaRPr sz="1220"/>
          </a:p>
          <a:p>
            <a:pPr marL="457200" lvl="0" indent="-306070" algn="l" rtl="0">
              <a:lnSpc>
                <a:spcPct val="150000"/>
              </a:lnSpc>
              <a:spcBef>
                <a:spcPts val="0"/>
              </a:spcBef>
              <a:spcAft>
                <a:spcPts val="0"/>
              </a:spcAft>
              <a:buSzPts val="1220"/>
              <a:buChar char="●"/>
            </a:pPr>
            <a:r>
              <a:rPr lang="en" sz="1220"/>
              <a:t>Results</a:t>
            </a:r>
            <a:endParaRPr sz="1220"/>
          </a:p>
          <a:p>
            <a:pPr marL="457200" lvl="0" indent="-306070" algn="l" rtl="0">
              <a:lnSpc>
                <a:spcPct val="150000"/>
              </a:lnSpc>
              <a:spcBef>
                <a:spcPts val="0"/>
              </a:spcBef>
              <a:spcAft>
                <a:spcPts val="0"/>
              </a:spcAft>
              <a:buSzPts val="1220"/>
              <a:buChar char="●"/>
            </a:pPr>
            <a:r>
              <a:rPr lang="en" sz="1220"/>
              <a:t>Saving the Report</a:t>
            </a:r>
            <a:endParaRPr sz="1220"/>
          </a:p>
          <a:p>
            <a:pPr marL="457200" lvl="0" indent="-306070" algn="l" rtl="0">
              <a:lnSpc>
                <a:spcPct val="150000"/>
              </a:lnSpc>
              <a:spcBef>
                <a:spcPts val="0"/>
              </a:spcBef>
              <a:spcAft>
                <a:spcPts val="0"/>
              </a:spcAft>
              <a:buSzPts val="1220"/>
              <a:buChar char="●"/>
            </a:pPr>
            <a:r>
              <a:rPr lang="en" sz="1220"/>
              <a:t>Demonstration</a:t>
            </a:r>
            <a:endParaRPr sz="1220"/>
          </a:p>
          <a:p>
            <a:pPr marL="457200" lvl="0" indent="-306070" algn="l" rtl="0">
              <a:lnSpc>
                <a:spcPct val="150000"/>
              </a:lnSpc>
              <a:spcBef>
                <a:spcPts val="0"/>
              </a:spcBef>
              <a:spcAft>
                <a:spcPts val="0"/>
              </a:spcAft>
              <a:buSzPts val="1220"/>
              <a:buChar char="●"/>
            </a:pPr>
            <a:r>
              <a:rPr lang="en" sz="1220"/>
              <a:t>Conclusion</a:t>
            </a:r>
            <a:endParaRPr sz="1220"/>
          </a:p>
          <a:p>
            <a:pPr marL="457200" lvl="0" indent="-306070" algn="l" rtl="0">
              <a:lnSpc>
                <a:spcPct val="150000"/>
              </a:lnSpc>
              <a:spcBef>
                <a:spcPts val="0"/>
              </a:spcBef>
              <a:spcAft>
                <a:spcPts val="0"/>
              </a:spcAft>
              <a:buSzPts val="1220"/>
              <a:buChar char="●"/>
            </a:pPr>
            <a:r>
              <a:rPr lang="en" sz="1220"/>
              <a:t>Future Work</a:t>
            </a:r>
            <a:endParaRPr sz="1220"/>
          </a:p>
          <a:p>
            <a:pPr marL="457200" lvl="0" indent="-306070" algn="l" rtl="0">
              <a:lnSpc>
                <a:spcPct val="150000"/>
              </a:lnSpc>
              <a:spcBef>
                <a:spcPts val="0"/>
              </a:spcBef>
              <a:spcAft>
                <a:spcPts val="0"/>
              </a:spcAft>
              <a:buSzPts val="1220"/>
              <a:buChar char="●"/>
            </a:pPr>
            <a:r>
              <a:rPr lang="en" sz="1220"/>
              <a:t>Questions</a:t>
            </a:r>
            <a:endParaRPr sz="1220"/>
          </a:p>
          <a:p>
            <a:pPr marL="457200" lvl="0" indent="-306070" algn="l" rtl="0">
              <a:lnSpc>
                <a:spcPct val="150000"/>
              </a:lnSpc>
              <a:spcBef>
                <a:spcPts val="0"/>
              </a:spcBef>
              <a:spcAft>
                <a:spcPts val="0"/>
              </a:spcAft>
              <a:buSzPts val="1220"/>
              <a:buChar char="●"/>
            </a:pPr>
            <a:r>
              <a:rPr lang="en" sz="1220"/>
              <a:t>Thank You</a:t>
            </a:r>
            <a:endParaRPr sz="100"/>
          </a:p>
        </p:txBody>
      </p:sp>
      <p:sp>
        <p:nvSpPr>
          <p:cNvPr id="77" name="Google Shape;77;p15"/>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1"/>
        <p:cNvGrpSpPr/>
        <p:nvPr/>
      </p:nvGrpSpPr>
      <p:grpSpPr>
        <a:xfrm>
          <a:off x="0" y="0"/>
          <a:ext cx="0" cy="0"/>
          <a:chOff x="0" y="0"/>
          <a:chExt cx="0" cy="0"/>
        </a:xfrm>
      </p:grpSpPr>
      <p:sp>
        <p:nvSpPr>
          <p:cNvPr id="82" name="Google Shape;82;p16"/>
          <p:cNvSpPr txBox="1">
            <a:spLocks noGrp="1"/>
          </p:cNvSpPr>
          <p:nvPr>
            <p:ph type="title"/>
          </p:nvPr>
        </p:nvSpPr>
        <p:spPr>
          <a:xfrm>
            <a:off x="311725" y="500925"/>
            <a:ext cx="3977100" cy="45909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sz="1200"/>
              <a:t>For Law Enforcement Agencies:</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a:t>Investigations: Law enforcement agencies can use the tool to aid in criminal investigations. It can help identify suspects, persons of interest, or witnesses in video evidence, facilitating the process of solving crimes.</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a:t>Surveillance: The tool can be integrated into surveillance systems to monitor public spaces, events, and gatherings. Law enforcement can track and identify individuals of interest in real-time or from recorded video footage.</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a:t>Access Control: It can be employed for access control and security applications. For example, it can verify the identity of individuals entering secure facilities or controlled areas by comparing faces to a database of authorized personnel.</a:t>
            </a:r>
            <a:endParaRPr sz="1200"/>
          </a:p>
          <a:p>
            <a:pPr marL="0" lvl="0" indent="0" algn="l" rtl="0">
              <a:spcBef>
                <a:spcPts val="0"/>
              </a:spcBef>
              <a:spcAft>
                <a:spcPts val="0"/>
              </a:spcAft>
              <a:buNone/>
            </a:pPr>
            <a:endParaRPr sz="1200"/>
          </a:p>
          <a:p>
            <a:pPr marL="0" lvl="0" indent="0" algn="l" rtl="0">
              <a:spcBef>
                <a:spcPts val="0"/>
              </a:spcBef>
              <a:spcAft>
                <a:spcPts val="0"/>
              </a:spcAft>
              <a:buNone/>
            </a:pPr>
            <a:r>
              <a:rPr lang="en" sz="1200"/>
              <a:t>Data Collection: In cases involving criminal networks or organized crime, the tool can assist in data collection by tracking individuals and their associations, aiding in the identification of key figures and networks.</a:t>
            </a:r>
            <a:endParaRPr sz="1200"/>
          </a:p>
          <a:p>
            <a:pPr marL="0" lvl="0" indent="0" algn="l" rtl="0">
              <a:spcBef>
                <a:spcPts val="0"/>
              </a:spcBef>
              <a:spcAft>
                <a:spcPts val="0"/>
              </a:spcAft>
              <a:buNone/>
            </a:pPr>
            <a:r>
              <a:rPr lang="en" sz="1200"/>
              <a:t>accidents.</a:t>
            </a:r>
            <a:endParaRPr sz="1200"/>
          </a:p>
          <a:p>
            <a:pPr marL="0" lvl="0" indent="0" algn="l" rtl="0">
              <a:spcBef>
                <a:spcPts val="0"/>
              </a:spcBef>
              <a:spcAft>
                <a:spcPts val="0"/>
              </a:spcAft>
              <a:buNone/>
            </a:pPr>
            <a:endParaRPr sz="1200"/>
          </a:p>
        </p:txBody>
      </p:sp>
      <p:sp>
        <p:nvSpPr>
          <p:cNvPr id="83" name="Google Shape;83;p16"/>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fontScale="85000" lnSpcReduction="20000"/>
          </a:bodyPr>
          <a:lstStyle/>
          <a:p>
            <a:pPr marL="457200" lvl="0" indent="-298767" algn="l" rtl="0">
              <a:lnSpc>
                <a:spcPct val="100000"/>
              </a:lnSpc>
              <a:spcBef>
                <a:spcPts val="0"/>
              </a:spcBef>
              <a:spcAft>
                <a:spcPts val="0"/>
              </a:spcAft>
              <a:buSzPct val="100000"/>
              <a:buChar char="●"/>
            </a:pPr>
            <a:r>
              <a:rPr lang="en"/>
              <a:t>For Social Network Analysis (SNA):</a:t>
            </a:r>
            <a:endParaRPr/>
          </a:p>
          <a:p>
            <a:pPr marL="0" lvl="0" indent="0" algn="l" rtl="0">
              <a:lnSpc>
                <a:spcPct val="100000"/>
              </a:lnSpc>
              <a:spcBef>
                <a:spcPts val="1200"/>
              </a:spcBef>
              <a:spcAft>
                <a:spcPts val="0"/>
              </a:spcAft>
              <a:buNone/>
            </a:pPr>
            <a:endParaRPr/>
          </a:p>
          <a:p>
            <a:pPr marL="457200" lvl="0" indent="-298767" algn="l" rtl="0">
              <a:lnSpc>
                <a:spcPct val="100000"/>
              </a:lnSpc>
              <a:spcBef>
                <a:spcPts val="1200"/>
              </a:spcBef>
              <a:spcAft>
                <a:spcPts val="0"/>
              </a:spcAft>
              <a:buSzPct val="100000"/>
              <a:buChar char="●"/>
            </a:pPr>
            <a:r>
              <a:rPr lang="en"/>
              <a:t>User Profiling: The tool can assist in creating comprehensive user profiles by recognizing individuals in social media content. This is invaluable for SNA because it helps in understanding the composition of social networks, identifying key participants, and assessing their influence.</a:t>
            </a:r>
            <a:endParaRPr/>
          </a:p>
          <a:p>
            <a:pPr marL="457200" lvl="0" indent="0" algn="l" rtl="0">
              <a:lnSpc>
                <a:spcPct val="100000"/>
              </a:lnSpc>
              <a:spcBef>
                <a:spcPts val="1200"/>
              </a:spcBef>
              <a:spcAft>
                <a:spcPts val="0"/>
              </a:spcAft>
              <a:buNone/>
            </a:pPr>
            <a:endParaRPr/>
          </a:p>
          <a:p>
            <a:pPr marL="457200" lvl="0" indent="-298767" algn="l" rtl="0">
              <a:lnSpc>
                <a:spcPct val="100000"/>
              </a:lnSpc>
              <a:spcBef>
                <a:spcPts val="1200"/>
              </a:spcBef>
              <a:spcAft>
                <a:spcPts val="0"/>
              </a:spcAft>
              <a:buSzPct val="100000"/>
              <a:buChar char="●"/>
            </a:pPr>
            <a:r>
              <a:rPr lang="en"/>
              <a:t>Behavior Analysis: By tracking faces in videos, SNA researchers can gain insights into user behaviors, interactions, and sentiments. For example, it can be used to study how individuals respond to content or to identify trends in user interactions within a network.</a:t>
            </a:r>
            <a:endParaRPr/>
          </a:p>
          <a:p>
            <a:pPr marL="457200" lvl="0" indent="0" algn="l" rtl="0">
              <a:lnSpc>
                <a:spcPct val="100000"/>
              </a:lnSpc>
              <a:spcBef>
                <a:spcPts val="1200"/>
              </a:spcBef>
              <a:spcAft>
                <a:spcPts val="0"/>
              </a:spcAft>
              <a:buNone/>
            </a:pPr>
            <a:endParaRPr/>
          </a:p>
          <a:p>
            <a:pPr marL="457200" lvl="0" indent="-298767" algn="l" rtl="0">
              <a:lnSpc>
                <a:spcPct val="100000"/>
              </a:lnSpc>
              <a:spcBef>
                <a:spcPts val="1200"/>
              </a:spcBef>
              <a:spcAft>
                <a:spcPts val="0"/>
              </a:spcAft>
              <a:buSzPct val="100000"/>
              <a:buChar char="●"/>
            </a:pPr>
            <a:r>
              <a:rPr lang="en"/>
              <a:t>Influencer Identification: Identifying and recognizing key individuals or influencers in social networks is a crucial aspect of SNA. The tool can help in automatically identifying and tracking these influential figures, allowing for targeted analysis and engagement strategies.</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7"/>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Technologies Used</a:t>
            </a:r>
            <a:endParaRPr/>
          </a:p>
        </p:txBody>
      </p:sp>
      <p:sp>
        <p:nvSpPr>
          <p:cNvPr id="89" name="Google Shape;89;p17"/>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Our tool is built using a combination of powerful technologies and libraries, including:</a:t>
            </a:r>
            <a:endParaRPr/>
          </a:p>
          <a:p>
            <a:pPr marL="0" lvl="0" indent="0" algn="l" rtl="0">
              <a:spcBef>
                <a:spcPts val="1200"/>
              </a:spcBef>
              <a:spcAft>
                <a:spcPts val="0"/>
              </a:spcAft>
              <a:buNone/>
            </a:pPr>
            <a:endParaRPr/>
          </a:p>
          <a:p>
            <a:pPr marL="457200" lvl="0" indent="-311150" algn="l" rtl="0">
              <a:spcBef>
                <a:spcPts val="1200"/>
              </a:spcBef>
              <a:spcAft>
                <a:spcPts val="0"/>
              </a:spcAft>
              <a:buSzPts val="1300"/>
              <a:buChar char="●"/>
            </a:pPr>
            <a:r>
              <a:rPr lang="en"/>
              <a:t>PyQt5 for the graphical user interface.</a:t>
            </a:r>
            <a:endParaRPr/>
          </a:p>
          <a:p>
            <a:pPr marL="457200" lvl="0" indent="-311150" algn="l" rtl="0">
              <a:spcBef>
                <a:spcPts val="0"/>
              </a:spcBef>
              <a:spcAft>
                <a:spcPts val="0"/>
              </a:spcAft>
              <a:buSzPts val="1300"/>
              <a:buChar char="●"/>
            </a:pPr>
            <a:r>
              <a:rPr lang="en"/>
              <a:t>OpenCV for video processing.</a:t>
            </a:r>
            <a:endParaRPr/>
          </a:p>
          <a:p>
            <a:pPr marL="457200" lvl="0" indent="-311150" algn="l" rtl="0">
              <a:spcBef>
                <a:spcPts val="0"/>
              </a:spcBef>
              <a:spcAft>
                <a:spcPts val="0"/>
              </a:spcAft>
              <a:buSzPts val="1300"/>
              <a:buChar char="●"/>
            </a:pPr>
            <a:r>
              <a:rPr lang="en"/>
              <a:t>face_recognition for face detection and recognition.</a:t>
            </a:r>
            <a:endParaRPr/>
          </a:p>
          <a:p>
            <a:pPr marL="457200" lvl="0" indent="-311150" algn="l" rtl="0">
              <a:spcBef>
                <a:spcPts val="0"/>
              </a:spcBef>
              <a:spcAft>
                <a:spcPts val="0"/>
              </a:spcAft>
              <a:buSzPts val="1300"/>
              <a:buChar char="●"/>
            </a:pPr>
            <a:r>
              <a:rPr lang="en"/>
              <a:t>ReportLab for generating PDF reports.</a:t>
            </a:r>
            <a:endParaRPr/>
          </a:p>
          <a:p>
            <a:pPr marL="457200" lvl="0" indent="0" algn="l" rtl="0">
              <a:spcBef>
                <a:spcPts val="1200"/>
              </a:spcBef>
              <a:spcAft>
                <a:spcPts val="1200"/>
              </a:spcAft>
              <a:buNone/>
            </a:pP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8"/>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 User Interface</a:t>
            </a:r>
            <a:endParaRPr/>
          </a:p>
        </p:txBody>
      </p:sp>
      <p:sp>
        <p:nvSpPr>
          <p:cNvPr id="95" name="Google Shape;95;p18"/>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The user interface is designed for simplicity and ease of use.</a:t>
            </a:r>
            <a:endParaRPr/>
          </a:p>
          <a:p>
            <a:pPr marL="457200" lvl="0" indent="-311150" algn="l" rtl="0">
              <a:spcBef>
                <a:spcPts val="0"/>
              </a:spcBef>
              <a:spcAft>
                <a:spcPts val="0"/>
              </a:spcAft>
              <a:buSzPts val="1300"/>
              <a:buChar char="●"/>
            </a:pPr>
            <a:r>
              <a:rPr lang="en"/>
              <a:t>It includes the following elements:</a:t>
            </a:r>
            <a:endParaRPr/>
          </a:p>
          <a:p>
            <a:pPr marL="457200" lvl="0" indent="-311150" algn="l" rtl="0">
              <a:spcBef>
                <a:spcPts val="0"/>
              </a:spcBef>
              <a:spcAft>
                <a:spcPts val="0"/>
              </a:spcAft>
              <a:buSzPts val="1300"/>
              <a:buChar char="●"/>
            </a:pPr>
            <a:r>
              <a:rPr lang="en"/>
              <a:t>"Select Video" button to choose a video for analysis.</a:t>
            </a:r>
            <a:endParaRPr/>
          </a:p>
          <a:p>
            <a:pPr marL="457200" lvl="0" indent="-311150" algn="l" rtl="0">
              <a:spcBef>
                <a:spcPts val="0"/>
              </a:spcBef>
              <a:spcAft>
                <a:spcPts val="0"/>
              </a:spcAft>
              <a:buSzPts val="1300"/>
              <a:buChar char="●"/>
            </a:pPr>
            <a:r>
              <a:rPr lang="en"/>
              <a:t>"Submit" button to start processing the video.</a:t>
            </a:r>
            <a:endParaRPr/>
          </a:p>
          <a:p>
            <a:pPr marL="457200" lvl="0" indent="-311150" algn="l" rtl="0">
              <a:spcBef>
                <a:spcPts val="0"/>
              </a:spcBef>
              <a:spcAft>
                <a:spcPts val="0"/>
              </a:spcAft>
              <a:buSzPts val="1300"/>
              <a:buChar char="●"/>
            </a:pPr>
            <a:r>
              <a:rPr lang="en"/>
              <a:t>"Cancel" button to exit the application.</a:t>
            </a:r>
            <a:endParaRPr/>
          </a:p>
          <a:p>
            <a:pPr marL="0" lvl="0" indent="0" algn="l" rtl="0">
              <a:spcBef>
                <a:spcPts val="1200"/>
              </a:spcBef>
              <a:spcAft>
                <a:spcPts val="1200"/>
              </a:spcAft>
              <a:buNone/>
            </a:pPr>
            <a:endParaRPr/>
          </a:p>
        </p:txBody>
      </p:sp>
      <p:pic>
        <p:nvPicPr>
          <p:cNvPr id="96" name="Google Shape;96;p18"/>
          <p:cNvPicPr preferRelativeResize="0"/>
          <p:nvPr/>
        </p:nvPicPr>
        <p:blipFill>
          <a:blip r:embed="rId3">
            <a:alphaModFix/>
          </a:blip>
          <a:stretch>
            <a:fillRect/>
          </a:stretch>
        </p:blipFill>
        <p:spPr>
          <a:xfrm>
            <a:off x="525410" y="1489500"/>
            <a:ext cx="3166415" cy="227602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9"/>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 Tool Workflow</a:t>
            </a:r>
            <a:endParaRPr/>
          </a:p>
        </p:txBody>
      </p:sp>
      <p:sp>
        <p:nvSpPr>
          <p:cNvPr id="102" name="Google Shape;102;p19"/>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50000"/>
              </a:lnSpc>
              <a:spcBef>
                <a:spcPts val="0"/>
              </a:spcBef>
              <a:spcAft>
                <a:spcPts val="0"/>
              </a:spcAft>
              <a:buSzPts val="1300"/>
              <a:buChar char="●"/>
            </a:pPr>
            <a:r>
              <a:rPr lang="en"/>
              <a:t>Our tool follows a clear workflow:</a:t>
            </a:r>
            <a:endParaRPr/>
          </a:p>
          <a:p>
            <a:pPr marL="457200" lvl="0" indent="-311150" algn="l" rtl="0">
              <a:lnSpc>
                <a:spcPct val="150000"/>
              </a:lnSpc>
              <a:spcBef>
                <a:spcPts val="0"/>
              </a:spcBef>
              <a:spcAft>
                <a:spcPts val="0"/>
              </a:spcAft>
              <a:buSzPts val="1300"/>
              <a:buChar char="●"/>
            </a:pPr>
            <a:r>
              <a:rPr lang="en"/>
              <a:t>Step 1: Select a video for analysis.</a:t>
            </a:r>
            <a:endParaRPr/>
          </a:p>
          <a:p>
            <a:pPr marL="457200" lvl="0" indent="-311150" algn="l" rtl="0">
              <a:lnSpc>
                <a:spcPct val="150000"/>
              </a:lnSpc>
              <a:spcBef>
                <a:spcPts val="0"/>
              </a:spcBef>
              <a:spcAft>
                <a:spcPts val="0"/>
              </a:spcAft>
              <a:buSzPts val="1300"/>
              <a:buChar char="●"/>
            </a:pPr>
            <a:r>
              <a:rPr lang="en"/>
              <a:t>Step 2: Detect faces in the video frames.</a:t>
            </a:r>
            <a:endParaRPr/>
          </a:p>
          <a:p>
            <a:pPr marL="457200" lvl="0" indent="-311150" algn="l" rtl="0">
              <a:lnSpc>
                <a:spcPct val="150000"/>
              </a:lnSpc>
              <a:spcBef>
                <a:spcPts val="0"/>
              </a:spcBef>
              <a:spcAft>
                <a:spcPts val="0"/>
              </a:spcAft>
              <a:buSzPts val="1300"/>
              <a:buChar char="●"/>
            </a:pPr>
            <a:r>
              <a:rPr lang="en"/>
              <a:t>Step 3: Compare detected faces to known faces.</a:t>
            </a:r>
            <a:endParaRPr/>
          </a:p>
          <a:p>
            <a:pPr marL="457200" lvl="0" indent="-311150" algn="l" rtl="0">
              <a:lnSpc>
                <a:spcPct val="150000"/>
              </a:lnSpc>
              <a:spcBef>
                <a:spcPts val="0"/>
              </a:spcBef>
              <a:spcAft>
                <a:spcPts val="0"/>
              </a:spcAft>
              <a:buSzPts val="1300"/>
              <a:buChar char="●"/>
            </a:pPr>
            <a:r>
              <a:rPr lang="en"/>
              <a:t>Step 4: Generate a PDF report with matched faces and related text content.</a:t>
            </a:r>
            <a:endParaRPr/>
          </a:p>
          <a:p>
            <a:pPr marL="457200" lvl="0" indent="0" algn="l" rtl="0">
              <a:lnSpc>
                <a:spcPct val="150000"/>
              </a:lnSpc>
              <a:spcBef>
                <a:spcPts val="1200"/>
              </a:spcBef>
              <a:spcAft>
                <a:spcPts val="120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0"/>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Face Detection</a:t>
            </a:r>
            <a:endParaRPr/>
          </a:p>
        </p:txBody>
      </p:sp>
      <p:sp>
        <p:nvSpPr>
          <p:cNvPr id="108" name="Google Shape;108;p20"/>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00000"/>
              </a:lnSpc>
              <a:spcBef>
                <a:spcPts val="0"/>
              </a:spcBef>
              <a:spcAft>
                <a:spcPts val="0"/>
              </a:spcAft>
              <a:buSzPts val="1300"/>
              <a:buChar char="●"/>
            </a:pPr>
            <a:r>
              <a:rPr lang="en"/>
              <a:t>We utilize OpenCV for face detection.</a:t>
            </a:r>
            <a:endParaRPr/>
          </a:p>
          <a:p>
            <a:pPr marL="0" lvl="0" indent="0" algn="l" rtl="0">
              <a:lnSpc>
                <a:spcPct val="100000"/>
              </a:lnSpc>
              <a:spcBef>
                <a:spcPts val="1200"/>
              </a:spcBef>
              <a:spcAft>
                <a:spcPts val="0"/>
              </a:spcAft>
              <a:buNone/>
            </a:pPr>
            <a:endParaRPr/>
          </a:p>
          <a:p>
            <a:pPr marL="457200" lvl="0" indent="-311150" algn="l" rtl="0">
              <a:lnSpc>
                <a:spcPct val="100000"/>
              </a:lnSpc>
              <a:spcBef>
                <a:spcPts val="1200"/>
              </a:spcBef>
              <a:spcAft>
                <a:spcPts val="0"/>
              </a:spcAft>
              <a:buSzPts val="1300"/>
              <a:buChar char="●"/>
            </a:pPr>
            <a:r>
              <a:rPr lang="en"/>
              <a:t>It identifies faces within video frames using a pre-trained model.</a:t>
            </a:r>
            <a:endParaRPr/>
          </a:p>
          <a:p>
            <a:pPr marL="457200" lvl="0" indent="0" algn="l" rtl="0">
              <a:lnSpc>
                <a:spcPct val="100000"/>
              </a:lnSpc>
              <a:spcBef>
                <a:spcPts val="1200"/>
              </a:spcBef>
              <a:spcAft>
                <a:spcPts val="0"/>
              </a:spcAft>
              <a:buNone/>
            </a:pPr>
            <a:endParaRPr/>
          </a:p>
          <a:p>
            <a:pPr marL="457200" lvl="0" indent="-311150" algn="l" rtl="0">
              <a:lnSpc>
                <a:spcPct val="100000"/>
              </a:lnSpc>
              <a:spcBef>
                <a:spcPts val="1200"/>
              </a:spcBef>
              <a:spcAft>
                <a:spcPts val="0"/>
              </a:spcAft>
              <a:buSzPts val="1300"/>
              <a:buChar char="●"/>
            </a:pPr>
            <a:r>
              <a:rPr lang="en"/>
              <a:t>This initial step is crucial for subsequent recognition.</a:t>
            </a:r>
            <a:endParaRPr/>
          </a:p>
          <a:p>
            <a:pPr marL="457200" lvl="0" indent="0" algn="l" rtl="0">
              <a:lnSpc>
                <a:spcPct val="100000"/>
              </a:lnSpc>
              <a:spcBef>
                <a:spcPts val="1200"/>
              </a:spcBef>
              <a:spcAft>
                <a:spcPts val="1200"/>
              </a:spcAft>
              <a:buNone/>
            </a:pP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2"/>
        <p:cNvGrpSpPr/>
        <p:nvPr/>
      </p:nvGrpSpPr>
      <p:grpSpPr>
        <a:xfrm>
          <a:off x="0" y="0"/>
          <a:ext cx="0" cy="0"/>
          <a:chOff x="0" y="0"/>
          <a:chExt cx="0" cy="0"/>
        </a:xfrm>
      </p:grpSpPr>
      <p:sp>
        <p:nvSpPr>
          <p:cNvPr id="113" name="Google Shape;113;p21"/>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 Known Faces</a:t>
            </a:r>
            <a:endParaRPr/>
          </a:p>
        </p:txBody>
      </p:sp>
      <p:sp>
        <p:nvSpPr>
          <p:cNvPr id="114" name="Google Shape;114;p21"/>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50000"/>
              </a:lnSpc>
              <a:spcBef>
                <a:spcPts val="0"/>
              </a:spcBef>
              <a:spcAft>
                <a:spcPts val="0"/>
              </a:spcAft>
              <a:buSzPts val="1300"/>
              <a:buChar char="●"/>
            </a:pPr>
            <a:r>
              <a:rPr lang="en"/>
              <a:t>To recognize faces, we use a set of known faces.</a:t>
            </a:r>
            <a:endParaRPr/>
          </a:p>
          <a:p>
            <a:pPr marL="457200" lvl="0" indent="-311150" algn="l" rtl="0">
              <a:lnSpc>
                <a:spcPct val="150000"/>
              </a:lnSpc>
              <a:spcBef>
                <a:spcPts val="0"/>
              </a:spcBef>
              <a:spcAft>
                <a:spcPts val="0"/>
              </a:spcAft>
              <a:buSzPts val="1300"/>
              <a:buChar char="●"/>
            </a:pPr>
            <a:r>
              <a:rPr lang="en"/>
              <a:t>These known faces are provided as images and serve as reference points.</a:t>
            </a:r>
            <a:endParaRPr/>
          </a:p>
          <a:p>
            <a:pPr marL="457200" lvl="0" indent="-311150" algn="l" rtl="0">
              <a:lnSpc>
                <a:spcPct val="150000"/>
              </a:lnSpc>
              <a:spcBef>
                <a:spcPts val="0"/>
              </a:spcBef>
              <a:spcAft>
                <a:spcPts val="0"/>
              </a:spcAft>
              <a:buSzPts val="1300"/>
              <a:buChar char="●"/>
            </a:pPr>
            <a:r>
              <a:rPr lang="en"/>
              <a:t>The tool compares detected faces with these known faces for recognition.</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8"/>
        <p:cNvGrpSpPr/>
        <p:nvPr/>
      </p:nvGrpSpPr>
      <p:grpSpPr>
        <a:xfrm>
          <a:off x="0" y="0"/>
          <a:ext cx="0" cy="0"/>
          <a:chOff x="0" y="0"/>
          <a:chExt cx="0" cy="0"/>
        </a:xfrm>
      </p:grpSpPr>
      <p:sp>
        <p:nvSpPr>
          <p:cNvPr id="119" name="Google Shape;119;p22"/>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PDF Report</a:t>
            </a:r>
            <a:endParaRPr/>
          </a:p>
        </p:txBody>
      </p:sp>
      <p:sp>
        <p:nvSpPr>
          <p:cNvPr id="120" name="Google Shape;120;p22"/>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50000"/>
              </a:lnSpc>
              <a:spcBef>
                <a:spcPts val="0"/>
              </a:spcBef>
              <a:spcAft>
                <a:spcPts val="0"/>
              </a:spcAft>
              <a:buSzPts val="1300"/>
              <a:buChar char="●"/>
            </a:pPr>
            <a:r>
              <a:rPr lang="en"/>
              <a:t>After processing the video, our tool generates a PDF report.</a:t>
            </a:r>
            <a:endParaRPr/>
          </a:p>
          <a:p>
            <a:pPr marL="457200" lvl="0" indent="-311150" algn="l" rtl="0">
              <a:lnSpc>
                <a:spcPct val="150000"/>
              </a:lnSpc>
              <a:spcBef>
                <a:spcPts val="0"/>
              </a:spcBef>
              <a:spcAft>
                <a:spcPts val="0"/>
              </a:spcAft>
              <a:buSzPts val="1300"/>
              <a:buChar char="●"/>
            </a:pPr>
            <a:r>
              <a:rPr lang="en"/>
              <a:t>The report includes matched faces and text content associated with those faces.</a:t>
            </a:r>
            <a:endParaRPr/>
          </a:p>
          <a:p>
            <a:pPr marL="457200" lvl="0" indent="-311150" algn="l" rtl="0">
              <a:lnSpc>
                <a:spcPct val="150000"/>
              </a:lnSpc>
              <a:spcBef>
                <a:spcPts val="0"/>
              </a:spcBef>
              <a:spcAft>
                <a:spcPts val="0"/>
              </a:spcAft>
              <a:buSzPts val="1300"/>
              <a:buChar char="●"/>
            </a:pPr>
            <a:r>
              <a:rPr lang="en"/>
              <a:t>It provides a comprehensive summary of the analysis.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3"/>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Results:</a:t>
            </a:r>
            <a:endParaRPr/>
          </a:p>
        </p:txBody>
      </p:sp>
      <p:sp>
        <p:nvSpPr>
          <p:cNvPr id="126" name="Google Shape;126;p23"/>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50000"/>
              </a:lnSpc>
              <a:spcBef>
                <a:spcPts val="0"/>
              </a:spcBef>
              <a:spcAft>
                <a:spcPts val="0"/>
              </a:spcAft>
              <a:buSzPts val="1300"/>
              <a:buChar char="●"/>
            </a:pPr>
            <a:r>
              <a:rPr lang="en"/>
              <a:t>The tool yields valuable results, including:</a:t>
            </a:r>
            <a:endParaRPr/>
          </a:p>
          <a:p>
            <a:pPr marL="457200" lvl="0" indent="-311150" algn="l" rtl="0">
              <a:lnSpc>
                <a:spcPct val="150000"/>
              </a:lnSpc>
              <a:spcBef>
                <a:spcPts val="0"/>
              </a:spcBef>
              <a:spcAft>
                <a:spcPts val="0"/>
              </a:spcAft>
              <a:buSzPts val="1300"/>
              <a:buChar char="●"/>
            </a:pPr>
            <a:r>
              <a:rPr lang="en"/>
              <a:t>Number of frames captured and saved in the output directory.</a:t>
            </a:r>
            <a:endParaRPr/>
          </a:p>
          <a:p>
            <a:pPr marL="457200" lvl="0" indent="-311150" algn="l" rtl="0">
              <a:lnSpc>
                <a:spcPct val="150000"/>
              </a:lnSpc>
              <a:spcBef>
                <a:spcPts val="0"/>
              </a:spcBef>
              <a:spcAft>
                <a:spcPts val="0"/>
              </a:spcAft>
              <a:buSzPts val="1300"/>
              <a:buChar char="●"/>
            </a:pPr>
            <a:r>
              <a:rPr lang="en"/>
              <a:t>Count of faces detected and saved in the faces directory.</a:t>
            </a:r>
            <a:endParaRPr/>
          </a:p>
          <a:p>
            <a:pPr marL="457200" lvl="0" indent="-311150" algn="l" rtl="0">
              <a:lnSpc>
                <a:spcPct val="150000"/>
              </a:lnSpc>
              <a:spcBef>
                <a:spcPts val="0"/>
              </a:spcBef>
              <a:spcAft>
                <a:spcPts val="0"/>
              </a:spcAft>
              <a:buSzPts val="1300"/>
              <a:buChar char="●"/>
            </a:pPr>
            <a:r>
              <a:rPr lang="en"/>
              <a:t>Details about matched faces found during the analysis.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24"/>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Saving the Report:</a:t>
            </a:r>
            <a:endParaRPr/>
          </a:p>
        </p:txBody>
      </p:sp>
      <p:sp>
        <p:nvSpPr>
          <p:cNvPr id="132" name="Google Shape;132;p24"/>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Users have the option to save the generated PDF report to their preferred location.</a:t>
            </a:r>
            <a:endParaRPr/>
          </a:p>
          <a:p>
            <a:pPr marL="0" lvl="0" indent="0" algn="l" rtl="0">
              <a:spcBef>
                <a:spcPts val="1200"/>
              </a:spcBef>
              <a:spcAft>
                <a:spcPts val="0"/>
              </a:spcAft>
              <a:buNone/>
            </a:pPr>
            <a:endParaRPr/>
          </a:p>
          <a:p>
            <a:pPr marL="457200" lvl="0" indent="-311150" algn="l" rtl="0">
              <a:spcBef>
                <a:spcPts val="1200"/>
              </a:spcBef>
              <a:spcAft>
                <a:spcPts val="0"/>
              </a:spcAft>
              <a:buSzPts val="1300"/>
              <a:buChar char="●"/>
            </a:pPr>
            <a:r>
              <a:rPr lang="en"/>
              <a:t>This ensures that the analysis results are easily accessible for further study.</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25"/>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Demonstration:</a:t>
            </a:r>
            <a:endParaRPr/>
          </a:p>
        </p:txBody>
      </p:sp>
      <p:sp>
        <p:nvSpPr>
          <p:cNvPr id="138" name="Google Shape;138;p25"/>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Let's see the tool in action with a live demonstration using a sample video.</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6"/>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Conclusion:</a:t>
            </a:r>
            <a:endParaRPr/>
          </a:p>
        </p:txBody>
      </p:sp>
      <p:sp>
        <p:nvSpPr>
          <p:cNvPr id="144" name="Google Shape;144;p26"/>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spcBef>
                <a:spcPts val="0"/>
              </a:spcBef>
              <a:spcAft>
                <a:spcPts val="0"/>
              </a:spcAft>
              <a:buSzPts val="1300"/>
              <a:buChar char="●"/>
            </a:pPr>
            <a:r>
              <a:rPr lang="en"/>
              <a:t>In conclusion, our Face Recognition Tool for Social Network Analysis is a valuable resource.</a:t>
            </a:r>
            <a:endParaRPr/>
          </a:p>
          <a:p>
            <a:pPr marL="0" lvl="0" indent="0" algn="l" rtl="0">
              <a:spcBef>
                <a:spcPts val="1200"/>
              </a:spcBef>
              <a:spcAft>
                <a:spcPts val="0"/>
              </a:spcAft>
              <a:buNone/>
            </a:pPr>
            <a:endParaRPr/>
          </a:p>
          <a:p>
            <a:pPr marL="457200" lvl="0" indent="-311150" algn="l" rtl="0">
              <a:spcBef>
                <a:spcPts val="1200"/>
              </a:spcBef>
              <a:spcAft>
                <a:spcPts val="0"/>
              </a:spcAft>
              <a:buSzPts val="1300"/>
              <a:buChar char="●"/>
            </a:pPr>
            <a:r>
              <a:rPr lang="en"/>
              <a:t>It simplifies the process of analyzing videos for faces and enhances the efficiency of social network analysis.</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7"/>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Future Work</a:t>
            </a:r>
            <a:endParaRPr/>
          </a:p>
        </p:txBody>
      </p:sp>
      <p:sp>
        <p:nvSpPr>
          <p:cNvPr id="150" name="Google Shape;150;p27"/>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457200" lvl="0" indent="-311150" algn="l" rtl="0">
              <a:lnSpc>
                <a:spcPct val="150000"/>
              </a:lnSpc>
              <a:spcBef>
                <a:spcPts val="0"/>
              </a:spcBef>
              <a:spcAft>
                <a:spcPts val="0"/>
              </a:spcAft>
              <a:buSzPts val="1300"/>
              <a:buChar char="●"/>
            </a:pPr>
            <a:r>
              <a:rPr lang="en"/>
              <a:t>As we look to the future, there is potential for further improvement and expansion of the tool.</a:t>
            </a:r>
            <a:endParaRPr/>
          </a:p>
          <a:p>
            <a:pPr marL="457200" lvl="0" indent="-311150" algn="l" rtl="0">
              <a:lnSpc>
                <a:spcPct val="150000"/>
              </a:lnSpc>
              <a:spcBef>
                <a:spcPts val="0"/>
              </a:spcBef>
              <a:spcAft>
                <a:spcPts val="0"/>
              </a:spcAft>
              <a:buSzPts val="1300"/>
              <a:buChar char="●"/>
            </a:pPr>
            <a:r>
              <a:rPr lang="en"/>
              <a:t>We welcome suggestions for additional features and enhancements.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8"/>
          <p:cNvSpPr txBox="1">
            <a:spLocks noGrp="1"/>
          </p:cNvSpPr>
          <p:nvPr>
            <p:ph type="title"/>
          </p:nvPr>
        </p:nvSpPr>
        <p:spPr>
          <a:xfrm>
            <a:off x="311725" y="500925"/>
            <a:ext cx="3706500" cy="25089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THANK YOU</a:t>
            </a:r>
            <a:endParaRPr/>
          </a:p>
        </p:txBody>
      </p:sp>
      <p:sp>
        <p:nvSpPr>
          <p:cNvPr id="156" name="Google Shape;156;p28"/>
          <p:cNvSpPr txBox="1">
            <a:spLocks noGrp="1"/>
          </p:cNvSpPr>
          <p:nvPr>
            <p:ph type="body" idx="1"/>
          </p:nvPr>
        </p:nvSpPr>
        <p:spPr>
          <a:xfrm>
            <a:off x="4644675" y="500925"/>
            <a:ext cx="4166400" cy="40986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spTree>
  </p:cSld>
  <p:clrMapOvr>
    <a:masterClrMapping/>
  </p:clrMapOvr>
</p:sld>
</file>

<file path=ppt/theme/theme1.xml><?xml version="1.0" encoding="utf-8"?>
<a:theme xmlns:a="http://schemas.openxmlformats.org/drawingml/2006/main" name="Paradigm">
  <a:themeElements>
    <a:clrScheme name="Paradigm">
      <a:dk1>
        <a:srgbClr val="31394D"/>
      </a:dk1>
      <a:lt1>
        <a:srgbClr val="FFFFFF"/>
      </a:lt1>
      <a:dk2>
        <a:srgbClr val="666666"/>
      </a:dk2>
      <a:lt2>
        <a:srgbClr val="626B73"/>
      </a:lt2>
      <a:accent1>
        <a:srgbClr val="002F4A"/>
      </a:accent1>
      <a:accent2>
        <a:srgbClr val="D9C4B1"/>
      </a:accent2>
      <a:accent3>
        <a:srgbClr val="EDE3DA"/>
      </a:accent3>
      <a:accent4>
        <a:srgbClr val="B85741"/>
      </a:accent4>
      <a:accent5>
        <a:srgbClr val="009384"/>
      </a:accent5>
      <a:accent6>
        <a:srgbClr val="D0F6FF"/>
      </a:accent6>
      <a:hlink>
        <a:srgbClr val="009384"/>
      </a:hlink>
      <a:folHlink>
        <a:srgbClr val="009384"/>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787</Words>
  <Application>Microsoft Office PowerPoint</Application>
  <PresentationFormat>On-screen Show (16:9)</PresentationFormat>
  <Paragraphs>91</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Times New Roman</vt:lpstr>
      <vt:lpstr>Merriweather</vt:lpstr>
      <vt:lpstr>Roboto</vt:lpstr>
      <vt:lpstr>Paradigm</vt:lpstr>
      <vt:lpstr>Face Recognition Tool for Social Network Analysis</vt:lpstr>
      <vt:lpstr> Introduction</vt:lpstr>
      <vt:lpstr>AGENDA Introduction Technologies Used User Interface Tool Workflow Face Detection Known Faces PDF Report Results Saving the Report Demonstration Conclusion Future Work Questions Thank You</vt:lpstr>
      <vt:lpstr>For Law Enforcement Agencies:  Investigations: Law enforcement agencies can use the tool to aid in criminal investigations. It can help identify suspects, persons of interest, or witnesses in video evidence, facilitating the process of solving crimes.  Surveillance: The tool can be integrated into surveillance systems to monitor public spaces, events, and gatherings. Law enforcement can track and identify individuals of interest in real-time or from recorded video footage.  Access Control: It can be employed for access control and security applications. For example, it can verify the identity of individuals entering secure facilities or controlled areas by comparing faces to a database of authorized personnel.  Data Collection: In cases involving criminal networks or organized crime, the tool can assist in data collection by tracking individuals and their associations, aiding in the identification of key figures and networks. accidents. </vt:lpstr>
      <vt:lpstr>Technologies Used</vt:lpstr>
      <vt:lpstr> User Interface</vt:lpstr>
      <vt:lpstr> Tool Workflow</vt:lpstr>
      <vt:lpstr>Face Detection</vt:lpstr>
      <vt:lpstr> Known Faces</vt:lpstr>
      <vt:lpstr>PDF Report</vt:lpstr>
      <vt:lpstr>Results:</vt:lpstr>
      <vt:lpstr>Saving the Report:</vt:lpstr>
      <vt:lpstr>Demonstration:</vt:lpstr>
      <vt:lpstr>Conclusion:</vt:lpstr>
      <vt:lpstr>Future Work</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Kunal Rajput</cp:lastModifiedBy>
  <cp:revision>1</cp:revision>
  <dcterms:modified xsi:type="dcterms:W3CDTF">2025-08-22T03:54:19Z</dcterms:modified>
</cp:coreProperties>
</file>